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5D78B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710" y="-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0C924E-9B28-4DA6-A0F2-435A1C509E1A}" type="doc">
      <dgm:prSet loTypeId="urn:microsoft.com/office/officeart/2005/8/layout/list1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25FC93F3-CB78-41DA-8CEA-C19669D14EFA}">
      <dgm:prSet phldrT="[Text]" custT="1"/>
      <dgm:spPr/>
      <dgm:t>
        <a:bodyPr/>
        <a:lstStyle/>
        <a:p>
          <a:r>
            <a:rPr lang="en-GB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1.Develop and deploy separate prediction model</a:t>
          </a:r>
          <a:endParaRPr lang="en-IN" sz="3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38AE48-133A-4272-BCA1-716A3F4A8C34}" type="parTrans" cxnId="{5DFE2E5B-7DD2-488D-B5BF-14AB7391D64B}">
      <dgm:prSet/>
      <dgm:spPr/>
      <dgm:t>
        <a:bodyPr/>
        <a:lstStyle/>
        <a:p>
          <a:endParaRPr lang="en-IN"/>
        </a:p>
      </dgm:t>
    </dgm:pt>
    <dgm:pt modelId="{D34F3407-E25F-43D0-A180-53B8981DE896}" type="sibTrans" cxnId="{5DFE2E5B-7DD2-488D-B5BF-14AB7391D64B}">
      <dgm:prSet/>
      <dgm:spPr/>
      <dgm:t>
        <a:bodyPr/>
        <a:lstStyle/>
        <a:p>
          <a:endParaRPr lang="en-IN"/>
        </a:p>
      </dgm:t>
    </dgm:pt>
    <dgm:pt modelId="{A830F738-3C88-4899-AA58-60743F5FC35C}">
      <dgm:prSet phldrT="[Text]" custT="1"/>
      <dgm:spPr/>
      <dgm:t>
        <a:bodyPr/>
        <a:lstStyle/>
        <a:p>
          <a:r>
            <a:rPr lang="en-GB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2.Enhance predictive accuracy</a:t>
          </a:r>
          <a:endParaRPr lang="en-IN" sz="3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993D36-5A1E-4F73-BD88-DF0E3484B043}" type="parTrans" cxnId="{82F16DEB-E218-40CB-AAFC-EC7F72B3B617}">
      <dgm:prSet/>
      <dgm:spPr/>
      <dgm:t>
        <a:bodyPr/>
        <a:lstStyle/>
        <a:p>
          <a:endParaRPr lang="en-IN"/>
        </a:p>
      </dgm:t>
    </dgm:pt>
    <dgm:pt modelId="{C89EFE84-1A7B-4B1D-9C04-DA0172ABECB4}" type="sibTrans" cxnId="{82F16DEB-E218-40CB-AAFC-EC7F72B3B617}">
      <dgm:prSet/>
      <dgm:spPr/>
      <dgm:t>
        <a:bodyPr/>
        <a:lstStyle/>
        <a:p>
          <a:endParaRPr lang="en-IN"/>
        </a:p>
      </dgm:t>
    </dgm:pt>
    <dgm:pt modelId="{2A35CBAD-DDA7-41D0-B779-0180006F9EA4}">
      <dgm:prSet phldrT="[Text]" custT="1"/>
      <dgm:spPr/>
      <dgm:t>
        <a:bodyPr/>
        <a:lstStyle/>
        <a:p>
          <a:r>
            <a:rPr lang="en-GB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3.Facilitate admin friendly interface</a:t>
          </a:r>
          <a:endParaRPr lang="en-IN" sz="3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BB9150-E8C9-48F6-9BEE-D55AFA122931}" type="sibTrans" cxnId="{ECFE15A4-6D07-4DBD-ADDF-2CF64B681F27}">
      <dgm:prSet/>
      <dgm:spPr/>
      <dgm:t>
        <a:bodyPr/>
        <a:lstStyle/>
        <a:p>
          <a:endParaRPr lang="en-IN"/>
        </a:p>
      </dgm:t>
    </dgm:pt>
    <dgm:pt modelId="{1EB1B211-3E46-4E1A-BE6D-9D47282CE1E9}" type="parTrans" cxnId="{ECFE15A4-6D07-4DBD-ADDF-2CF64B681F27}">
      <dgm:prSet/>
      <dgm:spPr/>
      <dgm:t>
        <a:bodyPr/>
        <a:lstStyle/>
        <a:p>
          <a:endParaRPr lang="en-IN"/>
        </a:p>
      </dgm:t>
    </dgm:pt>
    <dgm:pt modelId="{BE92D9BB-3F76-4038-AA4C-1102AB68FCC8}" type="pres">
      <dgm:prSet presAssocID="{A60C924E-9B28-4DA6-A0F2-435A1C509E1A}" presName="linear" presStyleCnt="0">
        <dgm:presLayoutVars>
          <dgm:dir/>
          <dgm:animLvl val="lvl"/>
          <dgm:resizeHandles val="exact"/>
        </dgm:presLayoutVars>
      </dgm:prSet>
      <dgm:spPr/>
    </dgm:pt>
    <dgm:pt modelId="{2DDE37A7-D051-4260-B5D6-1C94DA0D3828}" type="pres">
      <dgm:prSet presAssocID="{25FC93F3-CB78-41DA-8CEA-C19669D14EFA}" presName="parentLin" presStyleCnt="0"/>
      <dgm:spPr/>
    </dgm:pt>
    <dgm:pt modelId="{B6A3D1BB-526E-4651-A6BE-84CDE6CFA9B8}" type="pres">
      <dgm:prSet presAssocID="{25FC93F3-CB78-41DA-8CEA-C19669D14EFA}" presName="parentLeftMargin" presStyleLbl="node1" presStyleIdx="0" presStyleCnt="3"/>
      <dgm:spPr/>
    </dgm:pt>
    <dgm:pt modelId="{EB059359-D764-4DE8-B272-D66160F618CF}" type="pres">
      <dgm:prSet presAssocID="{25FC93F3-CB78-41DA-8CEA-C19669D14E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783577-50A3-4E2D-9BA3-786300814270}" type="pres">
      <dgm:prSet presAssocID="{25FC93F3-CB78-41DA-8CEA-C19669D14EFA}" presName="negativeSpace" presStyleCnt="0"/>
      <dgm:spPr/>
    </dgm:pt>
    <dgm:pt modelId="{9C1B0B85-B33A-4471-A8F1-96793563B8D6}" type="pres">
      <dgm:prSet presAssocID="{25FC93F3-CB78-41DA-8CEA-C19669D14EFA}" presName="childText" presStyleLbl="conFgAcc1" presStyleIdx="0" presStyleCnt="3">
        <dgm:presLayoutVars>
          <dgm:bulletEnabled val="1"/>
        </dgm:presLayoutVars>
      </dgm:prSet>
      <dgm:spPr/>
    </dgm:pt>
    <dgm:pt modelId="{328ED04A-19BD-4F49-AB38-60FF9E2A6C76}" type="pres">
      <dgm:prSet presAssocID="{D34F3407-E25F-43D0-A180-53B8981DE896}" presName="spaceBetweenRectangles" presStyleCnt="0"/>
      <dgm:spPr/>
    </dgm:pt>
    <dgm:pt modelId="{5051C6BD-1C4E-4B17-97FA-6EDD6DE4FF73}" type="pres">
      <dgm:prSet presAssocID="{A830F738-3C88-4899-AA58-60743F5FC35C}" presName="parentLin" presStyleCnt="0"/>
      <dgm:spPr/>
    </dgm:pt>
    <dgm:pt modelId="{9327A995-3637-49D8-AD23-3F3A8A1F195C}" type="pres">
      <dgm:prSet presAssocID="{A830F738-3C88-4899-AA58-60743F5FC35C}" presName="parentLeftMargin" presStyleLbl="node1" presStyleIdx="0" presStyleCnt="3"/>
      <dgm:spPr/>
    </dgm:pt>
    <dgm:pt modelId="{FAC0EF80-69BA-49C0-90DD-60FED0F4DCA5}" type="pres">
      <dgm:prSet presAssocID="{A830F738-3C88-4899-AA58-60743F5FC3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A014DF-79A9-4AF9-9DA3-131D7BE0146D}" type="pres">
      <dgm:prSet presAssocID="{A830F738-3C88-4899-AA58-60743F5FC35C}" presName="negativeSpace" presStyleCnt="0"/>
      <dgm:spPr/>
    </dgm:pt>
    <dgm:pt modelId="{DD97A267-C9CA-4B98-AE7F-81247AB091B2}" type="pres">
      <dgm:prSet presAssocID="{A830F738-3C88-4899-AA58-60743F5FC35C}" presName="childText" presStyleLbl="conFgAcc1" presStyleIdx="1" presStyleCnt="3">
        <dgm:presLayoutVars>
          <dgm:bulletEnabled val="1"/>
        </dgm:presLayoutVars>
      </dgm:prSet>
      <dgm:spPr/>
    </dgm:pt>
    <dgm:pt modelId="{2FDAE6B7-FDD4-40C0-8F84-D9D74B07A0A8}" type="pres">
      <dgm:prSet presAssocID="{C89EFE84-1A7B-4B1D-9C04-DA0172ABECB4}" presName="spaceBetweenRectangles" presStyleCnt="0"/>
      <dgm:spPr/>
    </dgm:pt>
    <dgm:pt modelId="{98C5E4A5-E323-4200-9268-2B3CFEEA6D6D}" type="pres">
      <dgm:prSet presAssocID="{2A35CBAD-DDA7-41D0-B779-0180006F9EA4}" presName="parentLin" presStyleCnt="0"/>
      <dgm:spPr/>
    </dgm:pt>
    <dgm:pt modelId="{388E4C97-57C7-4FD1-B05E-CA5A0A8D3489}" type="pres">
      <dgm:prSet presAssocID="{2A35CBAD-DDA7-41D0-B779-0180006F9EA4}" presName="parentLeftMargin" presStyleLbl="node1" presStyleIdx="1" presStyleCnt="3"/>
      <dgm:spPr/>
    </dgm:pt>
    <dgm:pt modelId="{EA67C13F-758B-45FC-B27B-3C442498C14C}" type="pres">
      <dgm:prSet presAssocID="{2A35CBAD-DDA7-41D0-B779-0180006F9E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A062CE5-BA45-4998-A9EB-77E92CFC462B}" type="pres">
      <dgm:prSet presAssocID="{2A35CBAD-DDA7-41D0-B779-0180006F9EA4}" presName="negativeSpace" presStyleCnt="0"/>
      <dgm:spPr/>
    </dgm:pt>
    <dgm:pt modelId="{D5312290-6C6A-4A91-BF1E-CAA0C0CFE721}" type="pres">
      <dgm:prSet presAssocID="{2A35CBAD-DDA7-41D0-B779-0180006F9E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B19E73B-7983-492A-8B48-C7BAA49A44FE}" type="presOf" srcId="{2A35CBAD-DDA7-41D0-B779-0180006F9EA4}" destId="{EA67C13F-758B-45FC-B27B-3C442498C14C}" srcOrd="1" destOrd="0" presId="urn:microsoft.com/office/officeart/2005/8/layout/list1"/>
    <dgm:cxn modelId="{5DFE2E5B-7DD2-488D-B5BF-14AB7391D64B}" srcId="{A60C924E-9B28-4DA6-A0F2-435A1C509E1A}" destId="{25FC93F3-CB78-41DA-8CEA-C19669D14EFA}" srcOrd="0" destOrd="0" parTransId="{9838AE48-133A-4272-BCA1-716A3F4A8C34}" sibTransId="{D34F3407-E25F-43D0-A180-53B8981DE896}"/>
    <dgm:cxn modelId="{B0390A63-1601-483E-A4A8-478E5270BAAA}" type="presOf" srcId="{A60C924E-9B28-4DA6-A0F2-435A1C509E1A}" destId="{BE92D9BB-3F76-4038-AA4C-1102AB68FCC8}" srcOrd="0" destOrd="0" presId="urn:microsoft.com/office/officeart/2005/8/layout/list1"/>
    <dgm:cxn modelId="{AA5F3D4B-AC7A-4E03-8EC4-6B7BEB975597}" type="presOf" srcId="{A830F738-3C88-4899-AA58-60743F5FC35C}" destId="{9327A995-3637-49D8-AD23-3F3A8A1F195C}" srcOrd="0" destOrd="0" presId="urn:microsoft.com/office/officeart/2005/8/layout/list1"/>
    <dgm:cxn modelId="{0461B776-55FA-4D0C-8330-8FC208B8791A}" type="presOf" srcId="{A830F738-3C88-4899-AA58-60743F5FC35C}" destId="{FAC0EF80-69BA-49C0-90DD-60FED0F4DCA5}" srcOrd="1" destOrd="0" presId="urn:microsoft.com/office/officeart/2005/8/layout/list1"/>
    <dgm:cxn modelId="{1AF40181-46E8-4D45-91EB-D9D01E36FB89}" type="presOf" srcId="{25FC93F3-CB78-41DA-8CEA-C19669D14EFA}" destId="{B6A3D1BB-526E-4651-A6BE-84CDE6CFA9B8}" srcOrd="0" destOrd="0" presId="urn:microsoft.com/office/officeart/2005/8/layout/list1"/>
    <dgm:cxn modelId="{ECFE15A4-6D07-4DBD-ADDF-2CF64B681F27}" srcId="{A60C924E-9B28-4DA6-A0F2-435A1C509E1A}" destId="{2A35CBAD-DDA7-41D0-B779-0180006F9EA4}" srcOrd="2" destOrd="0" parTransId="{1EB1B211-3E46-4E1A-BE6D-9D47282CE1E9}" sibTransId="{67BB9150-E8C9-48F6-9BEE-D55AFA122931}"/>
    <dgm:cxn modelId="{B3518FD4-868A-43DE-9C45-D3551921F2BC}" type="presOf" srcId="{2A35CBAD-DDA7-41D0-B779-0180006F9EA4}" destId="{388E4C97-57C7-4FD1-B05E-CA5A0A8D3489}" srcOrd="0" destOrd="0" presId="urn:microsoft.com/office/officeart/2005/8/layout/list1"/>
    <dgm:cxn modelId="{45E1F4E4-A111-4C8F-A12C-F4DE634B2DB9}" type="presOf" srcId="{25FC93F3-CB78-41DA-8CEA-C19669D14EFA}" destId="{EB059359-D764-4DE8-B272-D66160F618CF}" srcOrd="1" destOrd="0" presId="urn:microsoft.com/office/officeart/2005/8/layout/list1"/>
    <dgm:cxn modelId="{82F16DEB-E218-40CB-AAFC-EC7F72B3B617}" srcId="{A60C924E-9B28-4DA6-A0F2-435A1C509E1A}" destId="{A830F738-3C88-4899-AA58-60743F5FC35C}" srcOrd="1" destOrd="0" parTransId="{AF993D36-5A1E-4F73-BD88-DF0E3484B043}" sibTransId="{C89EFE84-1A7B-4B1D-9C04-DA0172ABECB4}"/>
    <dgm:cxn modelId="{547D3042-C6A4-4F29-822D-53CA7DDEAB2A}" type="presParOf" srcId="{BE92D9BB-3F76-4038-AA4C-1102AB68FCC8}" destId="{2DDE37A7-D051-4260-B5D6-1C94DA0D3828}" srcOrd="0" destOrd="0" presId="urn:microsoft.com/office/officeart/2005/8/layout/list1"/>
    <dgm:cxn modelId="{9DC9AA85-3833-4143-98DE-BAA958246861}" type="presParOf" srcId="{2DDE37A7-D051-4260-B5D6-1C94DA0D3828}" destId="{B6A3D1BB-526E-4651-A6BE-84CDE6CFA9B8}" srcOrd="0" destOrd="0" presId="urn:microsoft.com/office/officeart/2005/8/layout/list1"/>
    <dgm:cxn modelId="{D0FEE0E7-5FDC-4232-8562-5AA0AA383890}" type="presParOf" srcId="{2DDE37A7-D051-4260-B5D6-1C94DA0D3828}" destId="{EB059359-D764-4DE8-B272-D66160F618CF}" srcOrd="1" destOrd="0" presId="urn:microsoft.com/office/officeart/2005/8/layout/list1"/>
    <dgm:cxn modelId="{E30CBA08-F7F3-40D4-8732-A245235BFD38}" type="presParOf" srcId="{BE92D9BB-3F76-4038-AA4C-1102AB68FCC8}" destId="{B9783577-50A3-4E2D-9BA3-786300814270}" srcOrd="1" destOrd="0" presId="urn:microsoft.com/office/officeart/2005/8/layout/list1"/>
    <dgm:cxn modelId="{3B29CD95-341C-4441-A21F-7A2C7538978A}" type="presParOf" srcId="{BE92D9BB-3F76-4038-AA4C-1102AB68FCC8}" destId="{9C1B0B85-B33A-4471-A8F1-96793563B8D6}" srcOrd="2" destOrd="0" presId="urn:microsoft.com/office/officeart/2005/8/layout/list1"/>
    <dgm:cxn modelId="{7E653CEB-B7DF-443E-B70F-38E27C5676EA}" type="presParOf" srcId="{BE92D9BB-3F76-4038-AA4C-1102AB68FCC8}" destId="{328ED04A-19BD-4F49-AB38-60FF9E2A6C76}" srcOrd="3" destOrd="0" presId="urn:microsoft.com/office/officeart/2005/8/layout/list1"/>
    <dgm:cxn modelId="{8B51DCB6-6658-4875-BAE5-4AA6DE35D970}" type="presParOf" srcId="{BE92D9BB-3F76-4038-AA4C-1102AB68FCC8}" destId="{5051C6BD-1C4E-4B17-97FA-6EDD6DE4FF73}" srcOrd="4" destOrd="0" presId="urn:microsoft.com/office/officeart/2005/8/layout/list1"/>
    <dgm:cxn modelId="{009C51E0-CD23-437D-98AB-0E09E14C7A09}" type="presParOf" srcId="{5051C6BD-1C4E-4B17-97FA-6EDD6DE4FF73}" destId="{9327A995-3637-49D8-AD23-3F3A8A1F195C}" srcOrd="0" destOrd="0" presId="urn:microsoft.com/office/officeart/2005/8/layout/list1"/>
    <dgm:cxn modelId="{8AB7B40E-18C1-4AE0-ACE5-5FF37E26DD49}" type="presParOf" srcId="{5051C6BD-1C4E-4B17-97FA-6EDD6DE4FF73}" destId="{FAC0EF80-69BA-49C0-90DD-60FED0F4DCA5}" srcOrd="1" destOrd="0" presId="urn:microsoft.com/office/officeart/2005/8/layout/list1"/>
    <dgm:cxn modelId="{D769DDBA-EAF6-4FCF-94FA-97589A14AA1F}" type="presParOf" srcId="{BE92D9BB-3F76-4038-AA4C-1102AB68FCC8}" destId="{01A014DF-79A9-4AF9-9DA3-131D7BE0146D}" srcOrd="5" destOrd="0" presId="urn:microsoft.com/office/officeart/2005/8/layout/list1"/>
    <dgm:cxn modelId="{D37931D9-5A9F-4230-8403-789554B73153}" type="presParOf" srcId="{BE92D9BB-3F76-4038-AA4C-1102AB68FCC8}" destId="{DD97A267-C9CA-4B98-AE7F-81247AB091B2}" srcOrd="6" destOrd="0" presId="urn:microsoft.com/office/officeart/2005/8/layout/list1"/>
    <dgm:cxn modelId="{B77A95D3-E931-4DAA-9C86-D4D00535FF1D}" type="presParOf" srcId="{BE92D9BB-3F76-4038-AA4C-1102AB68FCC8}" destId="{2FDAE6B7-FDD4-40C0-8F84-D9D74B07A0A8}" srcOrd="7" destOrd="0" presId="urn:microsoft.com/office/officeart/2005/8/layout/list1"/>
    <dgm:cxn modelId="{78460402-E5D9-4EB1-8B38-A55FA2F9A38F}" type="presParOf" srcId="{BE92D9BB-3F76-4038-AA4C-1102AB68FCC8}" destId="{98C5E4A5-E323-4200-9268-2B3CFEEA6D6D}" srcOrd="8" destOrd="0" presId="urn:microsoft.com/office/officeart/2005/8/layout/list1"/>
    <dgm:cxn modelId="{52D9F74B-E84B-4E3C-AC15-85A25994EEF8}" type="presParOf" srcId="{98C5E4A5-E323-4200-9268-2B3CFEEA6D6D}" destId="{388E4C97-57C7-4FD1-B05E-CA5A0A8D3489}" srcOrd="0" destOrd="0" presId="urn:microsoft.com/office/officeart/2005/8/layout/list1"/>
    <dgm:cxn modelId="{AD1F0185-1FC0-4056-8CF6-776994F92C95}" type="presParOf" srcId="{98C5E4A5-E323-4200-9268-2B3CFEEA6D6D}" destId="{EA67C13F-758B-45FC-B27B-3C442498C14C}" srcOrd="1" destOrd="0" presId="urn:microsoft.com/office/officeart/2005/8/layout/list1"/>
    <dgm:cxn modelId="{F4FF49C1-0C74-429C-8964-4CE1C648E7EA}" type="presParOf" srcId="{BE92D9BB-3F76-4038-AA4C-1102AB68FCC8}" destId="{1A062CE5-BA45-4998-A9EB-77E92CFC462B}" srcOrd="9" destOrd="0" presId="urn:microsoft.com/office/officeart/2005/8/layout/list1"/>
    <dgm:cxn modelId="{83F099B8-26B3-4A76-91BA-279FE650F68B}" type="presParOf" srcId="{BE92D9BB-3F76-4038-AA4C-1102AB68FCC8}" destId="{D5312290-6C6A-4A91-BF1E-CAA0C0CFE72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F06EBF-D521-498E-8403-5F5813269360}" type="doc">
      <dgm:prSet loTypeId="urn:microsoft.com/office/officeart/2005/8/layout/hProcess9" loCatId="process" qsTypeId="urn:microsoft.com/office/officeart/2005/8/quickstyle/3d1" qsCatId="3D" csTypeId="urn:microsoft.com/office/officeart/2005/8/colors/colorful4" csCatId="colorful" phldr="1"/>
      <dgm:spPr/>
    </dgm:pt>
    <dgm:pt modelId="{29569088-1760-40D9-BA0C-F33E3BD75D5F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Collection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70ACBF-F43E-4E89-A214-2E99A1D2B865}" type="parTrans" cxnId="{9C712786-693F-452A-8D0F-A516F82F22E3}">
      <dgm:prSet/>
      <dgm:spPr/>
      <dgm:t>
        <a:bodyPr/>
        <a:lstStyle/>
        <a:p>
          <a:endParaRPr lang="en-IN"/>
        </a:p>
      </dgm:t>
    </dgm:pt>
    <dgm:pt modelId="{352AC612-B9BF-4D2B-B801-EACC130E45B3}" type="sibTrans" cxnId="{9C712786-693F-452A-8D0F-A516F82F22E3}">
      <dgm:prSet/>
      <dgm:spPr/>
      <dgm:t>
        <a:bodyPr/>
        <a:lstStyle/>
        <a:p>
          <a:endParaRPr lang="en-IN"/>
        </a:p>
      </dgm:t>
    </dgm:pt>
    <dgm:pt modelId="{5D14F443-F27B-43EA-8B98-D2A30EC00678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AC9DC4-F7BA-4D7D-8518-8D4138EDE5DD}" type="parTrans" cxnId="{9DB984BD-D6ED-4192-B5E2-8002C23D7445}">
      <dgm:prSet/>
      <dgm:spPr/>
      <dgm:t>
        <a:bodyPr/>
        <a:lstStyle/>
        <a:p>
          <a:endParaRPr lang="en-IN"/>
        </a:p>
      </dgm:t>
    </dgm:pt>
    <dgm:pt modelId="{3C665828-916C-4B30-9662-A3E3D730A4DF}" type="sibTrans" cxnId="{9DB984BD-D6ED-4192-B5E2-8002C23D7445}">
      <dgm:prSet/>
      <dgm:spPr/>
      <dgm:t>
        <a:bodyPr/>
        <a:lstStyle/>
        <a:p>
          <a:endParaRPr lang="en-IN"/>
        </a:p>
      </dgm:t>
    </dgm:pt>
    <dgm:pt modelId="{8E18EDA7-CC6B-46A6-9D6A-ACBF4A40F2FD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Model Development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D78F62-1A55-4D0B-959A-6FDBAC9E6036}" type="parTrans" cxnId="{6A4A0D4A-35C3-4D14-B5AC-D70BE842E90E}">
      <dgm:prSet/>
      <dgm:spPr/>
      <dgm:t>
        <a:bodyPr/>
        <a:lstStyle/>
        <a:p>
          <a:endParaRPr lang="en-IN"/>
        </a:p>
      </dgm:t>
    </dgm:pt>
    <dgm:pt modelId="{8061B939-C916-4E3C-8F3A-44BEEAD33CFE}" type="sibTrans" cxnId="{6A4A0D4A-35C3-4D14-B5AC-D70BE842E90E}">
      <dgm:prSet/>
      <dgm:spPr/>
      <dgm:t>
        <a:bodyPr/>
        <a:lstStyle/>
        <a:p>
          <a:endParaRPr lang="en-IN"/>
        </a:p>
      </dgm:t>
    </dgm:pt>
    <dgm:pt modelId="{A4AB0CEA-88DF-4B3D-82CB-1E013A385105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and Validation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A8446E-D579-48FC-8D7B-61B1CBB22B95}" type="parTrans" cxnId="{5DCFDEBF-CB61-4D55-8F4F-4D315D4E244B}">
      <dgm:prSet/>
      <dgm:spPr/>
      <dgm:t>
        <a:bodyPr/>
        <a:lstStyle/>
        <a:p>
          <a:endParaRPr lang="en-IN"/>
        </a:p>
      </dgm:t>
    </dgm:pt>
    <dgm:pt modelId="{5C35632E-2C5E-4FC8-BEA7-F279CA2AF09E}" type="sibTrans" cxnId="{5DCFDEBF-CB61-4D55-8F4F-4D315D4E244B}">
      <dgm:prSet/>
      <dgm:spPr/>
      <dgm:t>
        <a:bodyPr/>
        <a:lstStyle/>
        <a:p>
          <a:endParaRPr lang="en-IN"/>
        </a:p>
      </dgm:t>
    </dgm:pt>
    <dgm:pt modelId="{0F2D483B-B270-4818-8B2D-0614DF04B9FD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into Web Application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A4CAC-F02B-41EC-94CA-1429FC961A05}" type="sibTrans" cxnId="{6797361E-C276-40C7-952A-9CD54A226585}">
      <dgm:prSet/>
      <dgm:spPr/>
      <dgm:t>
        <a:bodyPr/>
        <a:lstStyle/>
        <a:p>
          <a:endParaRPr lang="en-IN"/>
        </a:p>
      </dgm:t>
    </dgm:pt>
    <dgm:pt modelId="{3E1DD0D5-FDEC-4B22-A7DC-32C3263FA34C}" type="parTrans" cxnId="{6797361E-C276-40C7-952A-9CD54A226585}">
      <dgm:prSet/>
      <dgm:spPr/>
      <dgm:t>
        <a:bodyPr/>
        <a:lstStyle/>
        <a:p>
          <a:endParaRPr lang="en-IN"/>
        </a:p>
      </dgm:t>
    </dgm:pt>
    <dgm:pt modelId="{16947E81-4DE3-44E7-B753-BED75D04A8F7}" type="pres">
      <dgm:prSet presAssocID="{98F06EBF-D521-498E-8403-5F5813269360}" presName="CompostProcess" presStyleCnt="0">
        <dgm:presLayoutVars>
          <dgm:dir/>
          <dgm:resizeHandles val="exact"/>
        </dgm:presLayoutVars>
      </dgm:prSet>
      <dgm:spPr/>
    </dgm:pt>
    <dgm:pt modelId="{FBE724A9-B809-4647-A07A-E4CBD552328B}" type="pres">
      <dgm:prSet presAssocID="{98F06EBF-D521-498E-8403-5F5813269360}" presName="arrow" presStyleLbl="bgShp" presStyleIdx="0" presStyleCnt="1"/>
      <dgm:spPr/>
    </dgm:pt>
    <dgm:pt modelId="{04644E6B-48A9-43BC-9FC8-363C39A2CEA8}" type="pres">
      <dgm:prSet presAssocID="{98F06EBF-D521-498E-8403-5F5813269360}" presName="linearProcess" presStyleCnt="0"/>
      <dgm:spPr/>
    </dgm:pt>
    <dgm:pt modelId="{2DD19444-FE93-4294-99BE-87EF5B9B7542}" type="pres">
      <dgm:prSet presAssocID="{29569088-1760-40D9-BA0C-F33E3BD75D5F}" presName="textNode" presStyleLbl="node1" presStyleIdx="0" presStyleCnt="5">
        <dgm:presLayoutVars>
          <dgm:bulletEnabled val="1"/>
        </dgm:presLayoutVars>
      </dgm:prSet>
      <dgm:spPr/>
    </dgm:pt>
    <dgm:pt modelId="{C522FE61-3472-4ACD-930B-651BCD5E4AA8}" type="pres">
      <dgm:prSet presAssocID="{352AC612-B9BF-4D2B-B801-EACC130E45B3}" presName="sibTrans" presStyleCnt="0"/>
      <dgm:spPr/>
    </dgm:pt>
    <dgm:pt modelId="{A39B131F-AD0D-4A9F-BA5D-C364B475B035}" type="pres">
      <dgm:prSet presAssocID="{5D14F443-F27B-43EA-8B98-D2A30EC00678}" presName="textNode" presStyleLbl="node1" presStyleIdx="1" presStyleCnt="5">
        <dgm:presLayoutVars>
          <dgm:bulletEnabled val="1"/>
        </dgm:presLayoutVars>
      </dgm:prSet>
      <dgm:spPr/>
    </dgm:pt>
    <dgm:pt modelId="{2DA02568-8758-4437-BADD-F559CE98DD7A}" type="pres">
      <dgm:prSet presAssocID="{3C665828-916C-4B30-9662-A3E3D730A4DF}" presName="sibTrans" presStyleCnt="0"/>
      <dgm:spPr/>
    </dgm:pt>
    <dgm:pt modelId="{5D4CAAE6-1571-49BE-813A-F7A29FAF6310}" type="pres">
      <dgm:prSet presAssocID="{8E18EDA7-CC6B-46A6-9D6A-ACBF4A40F2FD}" presName="textNode" presStyleLbl="node1" presStyleIdx="2" presStyleCnt="5">
        <dgm:presLayoutVars>
          <dgm:bulletEnabled val="1"/>
        </dgm:presLayoutVars>
      </dgm:prSet>
      <dgm:spPr/>
    </dgm:pt>
    <dgm:pt modelId="{8E7C5D66-DA9E-436D-87C9-689C7EB5825C}" type="pres">
      <dgm:prSet presAssocID="{8061B939-C916-4E3C-8F3A-44BEEAD33CFE}" presName="sibTrans" presStyleCnt="0"/>
      <dgm:spPr/>
    </dgm:pt>
    <dgm:pt modelId="{0087645D-6F02-42FB-B2E0-0D5F3981E616}" type="pres">
      <dgm:prSet presAssocID="{A4AB0CEA-88DF-4B3D-82CB-1E013A385105}" presName="textNode" presStyleLbl="node1" presStyleIdx="3" presStyleCnt="5">
        <dgm:presLayoutVars>
          <dgm:bulletEnabled val="1"/>
        </dgm:presLayoutVars>
      </dgm:prSet>
      <dgm:spPr/>
    </dgm:pt>
    <dgm:pt modelId="{4965A07D-85BE-4509-A702-45A2E09C3D7B}" type="pres">
      <dgm:prSet presAssocID="{5C35632E-2C5E-4FC8-BEA7-F279CA2AF09E}" presName="sibTrans" presStyleCnt="0"/>
      <dgm:spPr/>
    </dgm:pt>
    <dgm:pt modelId="{D32FDCEF-F08F-4DF1-AA8E-7D663EC0AED0}" type="pres">
      <dgm:prSet presAssocID="{0F2D483B-B270-4818-8B2D-0614DF04B9FD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6797361E-C276-40C7-952A-9CD54A226585}" srcId="{98F06EBF-D521-498E-8403-5F5813269360}" destId="{0F2D483B-B270-4818-8B2D-0614DF04B9FD}" srcOrd="4" destOrd="0" parTransId="{3E1DD0D5-FDEC-4B22-A7DC-32C3263FA34C}" sibTransId="{2BFA4CAC-F02B-41EC-94CA-1429FC961A05}"/>
    <dgm:cxn modelId="{30BC472E-0967-430E-8761-79725BC59559}" type="presOf" srcId="{0F2D483B-B270-4818-8B2D-0614DF04B9FD}" destId="{D32FDCEF-F08F-4DF1-AA8E-7D663EC0AED0}" srcOrd="0" destOrd="0" presId="urn:microsoft.com/office/officeart/2005/8/layout/hProcess9"/>
    <dgm:cxn modelId="{C779423B-D18E-49C5-B46A-773D812ED577}" type="presOf" srcId="{5D14F443-F27B-43EA-8B98-D2A30EC00678}" destId="{A39B131F-AD0D-4A9F-BA5D-C364B475B035}" srcOrd="0" destOrd="0" presId="urn:microsoft.com/office/officeart/2005/8/layout/hProcess9"/>
    <dgm:cxn modelId="{D5A5895B-9F3E-4A7D-A0C8-CDBAA38E8B80}" type="presOf" srcId="{8E18EDA7-CC6B-46A6-9D6A-ACBF4A40F2FD}" destId="{5D4CAAE6-1571-49BE-813A-F7A29FAF6310}" srcOrd="0" destOrd="0" presId="urn:microsoft.com/office/officeart/2005/8/layout/hProcess9"/>
    <dgm:cxn modelId="{6A4A0D4A-35C3-4D14-B5AC-D70BE842E90E}" srcId="{98F06EBF-D521-498E-8403-5F5813269360}" destId="{8E18EDA7-CC6B-46A6-9D6A-ACBF4A40F2FD}" srcOrd="2" destOrd="0" parTransId="{1AD78F62-1A55-4D0B-959A-6FDBAC9E6036}" sibTransId="{8061B939-C916-4E3C-8F3A-44BEEAD33CFE}"/>
    <dgm:cxn modelId="{4DB1134D-8944-4DA7-954D-B97A1E4C5315}" type="presOf" srcId="{A4AB0CEA-88DF-4B3D-82CB-1E013A385105}" destId="{0087645D-6F02-42FB-B2E0-0D5F3981E616}" srcOrd="0" destOrd="0" presId="urn:microsoft.com/office/officeart/2005/8/layout/hProcess9"/>
    <dgm:cxn modelId="{C03FE46E-3671-4994-890A-47D800766EE9}" type="presOf" srcId="{98F06EBF-D521-498E-8403-5F5813269360}" destId="{16947E81-4DE3-44E7-B753-BED75D04A8F7}" srcOrd="0" destOrd="0" presId="urn:microsoft.com/office/officeart/2005/8/layout/hProcess9"/>
    <dgm:cxn modelId="{9C712786-693F-452A-8D0F-A516F82F22E3}" srcId="{98F06EBF-D521-498E-8403-5F5813269360}" destId="{29569088-1760-40D9-BA0C-F33E3BD75D5F}" srcOrd="0" destOrd="0" parTransId="{5070ACBF-F43E-4E89-A214-2E99A1D2B865}" sibTransId="{352AC612-B9BF-4D2B-B801-EACC130E45B3}"/>
    <dgm:cxn modelId="{9DB984BD-D6ED-4192-B5E2-8002C23D7445}" srcId="{98F06EBF-D521-498E-8403-5F5813269360}" destId="{5D14F443-F27B-43EA-8B98-D2A30EC00678}" srcOrd="1" destOrd="0" parTransId="{D0AC9DC4-F7BA-4D7D-8518-8D4138EDE5DD}" sibTransId="{3C665828-916C-4B30-9662-A3E3D730A4DF}"/>
    <dgm:cxn modelId="{5DCFDEBF-CB61-4D55-8F4F-4D315D4E244B}" srcId="{98F06EBF-D521-498E-8403-5F5813269360}" destId="{A4AB0CEA-88DF-4B3D-82CB-1E013A385105}" srcOrd="3" destOrd="0" parTransId="{E3A8446E-D579-48FC-8D7B-61B1CBB22B95}" sibTransId="{5C35632E-2C5E-4FC8-BEA7-F279CA2AF09E}"/>
    <dgm:cxn modelId="{86BF2EE5-5B15-47BB-858D-73BBB6767AE6}" type="presOf" srcId="{29569088-1760-40D9-BA0C-F33E3BD75D5F}" destId="{2DD19444-FE93-4294-99BE-87EF5B9B7542}" srcOrd="0" destOrd="0" presId="urn:microsoft.com/office/officeart/2005/8/layout/hProcess9"/>
    <dgm:cxn modelId="{4CF85B5B-0F14-49DF-A3A6-91CD52660B17}" type="presParOf" srcId="{16947E81-4DE3-44E7-B753-BED75D04A8F7}" destId="{FBE724A9-B809-4647-A07A-E4CBD552328B}" srcOrd="0" destOrd="0" presId="urn:microsoft.com/office/officeart/2005/8/layout/hProcess9"/>
    <dgm:cxn modelId="{50FD83FB-2D83-49AB-A3CB-B76D7AAFFA3B}" type="presParOf" srcId="{16947E81-4DE3-44E7-B753-BED75D04A8F7}" destId="{04644E6B-48A9-43BC-9FC8-363C39A2CEA8}" srcOrd="1" destOrd="0" presId="urn:microsoft.com/office/officeart/2005/8/layout/hProcess9"/>
    <dgm:cxn modelId="{454E3849-6322-42F9-958B-1A5A333CB767}" type="presParOf" srcId="{04644E6B-48A9-43BC-9FC8-363C39A2CEA8}" destId="{2DD19444-FE93-4294-99BE-87EF5B9B7542}" srcOrd="0" destOrd="0" presId="urn:microsoft.com/office/officeart/2005/8/layout/hProcess9"/>
    <dgm:cxn modelId="{6DD084AA-3A29-4B7D-B4C8-0F74428385DA}" type="presParOf" srcId="{04644E6B-48A9-43BC-9FC8-363C39A2CEA8}" destId="{C522FE61-3472-4ACD-930B-651BCD5E4AA8}" srcOrd="1" destOrd="0" presId="urn:microsoft.com/office/officeart/2005/8/layout/hProcess9"/>
    <dgm:cxn modelId="{131B9D8F-FFAE-46B7-8C9E-02965D3C52CB}" type="presParOf" srcId="{04644E6B-48A9-43BC-9FC8-363C39A2CEA8}" destId="{A39B131F-AD0D-4A9F-BA5D-C364B475B035}" srcOrd="2" destOrd="0" presId="urn:microsoft.com/office/officeart/2005/8/layout/hProcess9"/>
    <dgm:cxn modelId="{2E9196EB-06A4-4E7F-8355-6061D18AA758}" type="presParOf" srcId="{04644E6B-48A9-43BC-9FC8-363C39A2CEA8}" destId="{2DA02568-8758-4437-BADD-F559CE98DD7A}" srcOrd="3" destOrd="0" presId="urn:microsoft.com/office/officeart/2005/8/layout/hProcess9"/>
    <dgm:cxn modelId="{1F71409B-9DFB-4FF1-825A-CBCDC1A52E32}" type="presParOf" srcId="{04644E6B-48A9-43BC-9FC8-363C39A2CEA8}" destId="{5D4CAAE6-1571-49BE-813A-F7A29FAF6310}" srcOrd="4" destOrd="0" presId="urn:microsoft.com/office/officeart/2005/8/layout/hProcess9"/>
    <dgm:cxn modelId="{EDD23945-613D-470D-9C80-E6EE41104E02}" type="presParOf" srcId="{04644E6B-48A9-43BC-9FC8-363C39A2CEA8}" destId="{8E7C5D66-DA9E-436D-87C9-689C7EB5825C}" srcOrd="5" destOrd="0" presId="urn:microsoft.com/office/officeart/2005/8/layout/hProcess9"/>
    <dgm:cxn modelId="{FA3D52E4-856F-4E78-9616-A146D3545D65}" type="presParOf" srcId="{04644E6B-48A9-43BC-9FC8-363C39A2CEA8}" destId="{0087645D-6F02-42FB-B2E0-0D5F3981E616}" srcOrd="6" destOrd="0" presId="urn:microsoft.com/office/officeart/2005/8/layout/hProcess9"/>
    <dgm:cxn modelId="{4796887E-6C9F-4F14-A47B-9BCAC03834AA}" type="presParOf" srcId="{04644E6B-48A9-43BC-9FC8-363C39A2CEA8}" destId="{4965A07D-85BE-4509-A702-45A2E09C3D7B}" srcOrd="7" destOrd="0" presId="urn:microsoft.com/office/officeart/2005/8/layout/hProcess9"/>
    <dgm:cxn modelId="{C2AD716F-5429-4413-9036-12C889D04886}" type="presParOf" srcId="{04644E6B-48A9-43BC-9FC8-363C39A2CEA8}" destId="{D32FDCEF-F08F-4DF1-AA8E-7D663EC0AED0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597986-33DB-437F-982C-C8C1B0D34EBD}" type="doc">
      <dgm:prSet loTypeId="urn:diagrams.loki3.com/BracketList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C2BDA332-3BBE-4C49-B47E-E6966F79CB5B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MRI Image Analysis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6AB93D-5FD3-4122-9AEB-60765C951503}" type="parTrans" cxnId="{2062CE49-474B-4501-926E-9F1AF0C702D4}">
      <dgm:prSet/>
      <dgm:spPr/>
      <dgm:t>
        <a:bodyPr/>
        <a:lstStyle/>
        <a:p>
          <a:endParaRPr lang="en-IN"/>
        </a:p>
      </dgm:t>
    </dgm:pt>
    <dgm:pt modelId="{C4812ED2-308B-44FB-92F5-C258A1A6CC6F}" type="sibTrans" cxnId="{2062CE49-474B-4501-926E-9F1AF0C702D4}">
      <dgm:prSet/>
      <dgm:spPr/>
      <dgm:t>
        <a:bodyPr/>
        <a:lstStyle/>
        <a:p>
          <a:endParaRPr lang="en-IN"/>
        </a:p>
      </dgm:t>
    </dgm:pt>
    <dgm:pt modelId="{B38CBFC0-C264-4C80-9096-59C3E0D1AD05}">
      <dgm:prSet phldrT="[Text]"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Using CNN to analyse MRI scan </a:t>
          </a:r>
        </a:p>
      </dgm:t>
    </dgm:pt>
    <dgm:pt modelId="{46F5B0F8-A287-45B2-BB96-F919D88943B6}" type="parTrans" cxnId="{5658830A-3733-4FEE-A585-0DA63E0773FB}">
      <dgm:prSet/>
      <dgm:spPr/>
      <dgm:t>
        <a:bodyPr/>
        <a:lstStyle/>
        <a:p>
          <a:endParaRPr lang="en-IN"/>
        </a:p>
      </dgm:t>
    </dgm:pt>
    <dgm:pt modelId="{7EE4DF58-3C14-4DE8-91C4-22C4EB438596}" type="sibTrans" cxnId="{5658830A-3733-4FEE-A585-0DA63E0773FB}">
      <dgm:prSet/>
      <dgm:spPr/>
      <dgm:t>
        <a:bodyPr/>
        <a:lstStyle/>
        <a:p>
          <a:endParaRPr lang="en-IN"/>
        </a:p>
      </dgm:t>
    </dgm:pt>
    <dgm:pt modelId="{26C0D0B0-07AD-40BD-BCE5-B7E78D074515}">
      <dgm:prSet phldrT="[Text]" custT="1"/>
      <dgm:spPr/>
      <dgm:t>
        <a:bodyPr/>
        <a:lstStyle/>
        <a:p>
          <a:r>
            <a:rPr lang="en-I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Patient Data Analysis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0A4EF6-CC3D-4B1B-B7CF-D4F8E35DCE38}" type="parTrans" cxnId="{8581BE6C-BF71-4F73-8899-B854EFE33757}">
      <dgm:prSet/>
      <dgm:spPr/>
      <dgm:t>
        <a:bodyPr/>
        <a:lstStyle/>
        <a:p>
          <a:endParaRPr lang="en-IN"/>
        </a:p>
      </dgm:t>
    </dgm:pt>
    <dgm:pt modelId="{8A76591C-A692-4967-BE16-A5C2BF9E97E2}" type="sibTrans" cxnId="{8581BE6C-BF71-4F73-8899-B854EFE33757}">
      <dgm:prSet/>
      <dgm:spPr/>
      <dgm:t>
        <a:bodyPr/>
        <a:lstStyle/>
        <a:p>
          <a:endParaRPr lang="en-IN"/>
        </a:p>
      </dgm:t>
    </dgm:pt>
    <dgm:pt modelId="{CB271525-C2E9-40E8-B721-B57D60F6C21A}">
      <dgm:prSet phldrT="[Text]"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Based on reported data such as MMSE,CDR,Etiv,nWBV,ASF</a:t>
          </a:r>
        </a:p>
      </dgm:t>
    </dgm:pt>
    <dgm:pt modelId="{B0465154-E91B-48FC-A10C-02330804FB9B}" type="parTrans" cxnId="{1D0D401B-C8B4-40F0-9FD0-F020A20579AF}">
      <dgm:prSet/>
      <dgm:spPr/>
      <dgm:t>
        <a:bodyPr/>
        <a:lstStyle/>
        <a:p>
          <a:endParaRPr lang="en-IN"/>
        </a:p>
      </dgm:t>
    </dgm:pt>
    <dgm:pt modelId="{F9DBBE4F-B9BA-42EE-9258-21466BF5E745}" type="sibTrans" cxnId="{1D0D401B-C8B4-40F0-9FD0-F020A20579AF}">
      <dgm:prSet/>
      <dgm:spPr/>
      <dgm:t>
        <a:bodyPr/>
        <a:lstStyle/>
        <a:p>
          <a:endParaRPr lang="en-IN"/>
        </a:p>
      </dgm:t>
    </dgm:pt>
    <dgm:pt modelId="{443191FB-EE00-47A4-A780-E76AD407BCCB}" type="pres">
      <dgm:prSet presAssocID="{F1597986-33DB-437F-982C-C8C1B0D34EBD}" presName="Name0" presStyleCnt="0">
        <dgm:presLayoutVars>
          <dgm:dir/>
          <dgm:animLvl val="lvl"/>
          <dgm:resizeHandles val="exact"/>
        </dgm:presLayoutVars>
      </dgm:prSet>
      <dgm:spPr/>
    </dgm:pt>
    <dgm:pt modelId="{F2268CE5-83DB-4829-ADBA-6CAD0A1D15D1}" type="pres">
      <dgm:prSet presAssocID="{C2BDA332-3BBE-4C49-B47E-E6966F79CB5B}" presName="linNode" presStyleCnt="0"/>
      <dgm:spPr/>
    </dgm:pt>
    <dgm:pt modelId="{08A3032D-1DE0-4AC3-B849-771EB1866A75}" type="pres">
      <dgm:prSet presAssocID="{C2BDA332-3BBE-4C49-B47E-E6966F79CB5B}" presName="parTx" presStyleLbl="revTx" presStyleIdx="0" presStyleCnt="2">
        <dgm:presLayoutVars>
          <dgm:chMax val="1"/>
          <dgm:bulletEnabled val="1"/>
        </dgm:presLayoutVars>
      </dgm:prSet>
      <dgm:spPr/>
    </dgm:pt>
    <dgm:pt modelId="{6253DCB2-F566-402B-851E-FADB9A682076}" type="pres">
      <dgm:prSet presAssocID="{C2BDA332-3BBE-4C49-B47E-E6966F79CB5B}" presName="bracket" presStyleLbl="parChTrans1D1" presStyleIdx="0" presStyleCnt="2"/>
      <dgm:spPr/>
    </dgm:pt>
    <dgm:pt modelId="{F0D96732-1E57-42FF-9106-63ED4A3283E7}" type="pres">
      <dgm:prSet presAssocID="{C2BDA332-3BBE-4C49-B47E-E6966F79CB5B}" presName="spH" presStyleCnt="0"/>
      <dgm:spPr/>
    </dgm:pt>
    <dgm:pt modelId="{4DB08575-BB57-4005-8B9D-86D4C79C5070}" type="pres">
      <dgm:prSet presAssocID="{C2BDA332-3BBE-4C49-B47E-E6966F79CB5B}" presName="desTx" presStyleLbl="node1" presStyleIdx="0" presStyleCnt="2">
        <dgm:presLayoutVars>
          <dgm:bulletEnabled val="1"/>
        </dgm:presLayoutVars>
      </dgm:prSet>
      <dgm:spPr/>
    </dgm:pt>
    <dgm:pt modelId="{1258B2F3-5D70-4E38-AF8E-AF767AFDEE05}" type="pres">
      <dgm:prSet presAssocID="{C4812ED2-308B-44FB-92F5-C258A1A6CC6F}" presName="spV" presStyleCnt="0"/>
      <dgm:spPr/>
    </dgm:pt>
    <dgm:pt modelId="{6CC97263-91E0-4836-AF04-5A1F96A4D7BD}" type="pres">
      <dgm:prSet presAssocID="{26C0D0B0-07AD-40BD-BCE5-B7E78D074515}" presName="linNode" presStyleCnt="0"/>
      <dgm:spPr/>
    </dgm:pt>
    <dgm:pt modelId="{573B56CD-208E-47DE-B3D6-A323F4C65978}" type="pres">
      <dgm:prSet presAssocID="{26C0D0B0-07AD-40BD-BCE5-B7E78D074515}" presName="parTx" presStyleLbl="revTx" presStyleIdx="1" presStyleCnt="2">
        <dgm:presLayoutVars>
          <dgm:chMax val="1"/>
          <dgm:bulletEnabled val="1"/>
        </dgm:presLayoutVars>
      </dgm:prSet>
      <dgm:spPr/>
    </dgm:pt>
    <dgm:pt modelId="{282EBFA0-AAB6-4FE1-845B-3FCA1BFBE587}" type="pres">
      <dgm:prSet presAssocID="{26C0D0B0-07AD-40BD-BCE5-B7E78D074515}" presName="bracket" presStyleLbl="parChTrans1D1" presStyleIdx="1" presStyleCnt="2"/>
      <dgm:spPr/>
    </dgm:pt>
    <dgm:pt modelId="{AD6E0777-9988-4B0F-980D-3C1B6463F0A1}" type="pres">
      <dgm:prSet presAssocID="{26C0D0B0-07AD-40BD-BCE5-B7E78D074515}" presName="spH" presStyleCnt="0"/>
      <dgm:spPr/>
    </dgm:pt>
    <dgm:pt modelId="{C392EE7D-6200-43E4-A7D1-A38D9EA7B5D5}" type="pres">
      <dgm:prSet presAssocID="{26C0D0B0-07AD-40BD-BCE5-B7E78D074515}" presName="desTx" presStyleLbl="node1" presStyleIdx="1" presStyleCnt="2">
        <dgm:presLayoutVars>
          <dgm:bulletEnabled val="1"/>
        </dgm:presLayoutVars>
      </dgm:prSet>
      <dgm:spPr/>
    </dgm:pt>
  </dgm:ptLst>
  <dgm:cxnLst>
    <dgm:cxn modelId="{122A5205-A3BF-4475-A43B-53615E2813CF}" type="presOf" srcId="{B38CBFC0-C264-4C80-9096-59C3E0D1AD05}" destId="{4DB08575-BB57-4005-8B9D-86D4C79C5070}" srcOrd="0" destOrd="0" presId="urn:diagrams.loki3.com/BracketList"/>
    <dgm:cxn modelId="{5658830A-3733-4FEE-A585-0DA63E0773FB}" srcId="{C2BDA332-3BBE-4C49-B47E-E6966F79CB5B}" destId="{B38CBFC0-C264-4C80-9096-59C3E0D1AD05}" srcOrd="0" destOrd="0" parTransId="{46F5B0F8-A287-45B2-BB96-F919D88943B6}" sibTransId="{7EE4DF58-3C14-4DE8-91C4-22C4EB438596}"/>
    <dgm:cxn modelId="{1D0D401B-C8B4-40F0-9FD0-F020A20579AF}" srcId="{26C0D0B0-07AD-40BD-BCE5-B7E78D074515}" destId="{CB271525-C2E9-40E8-B721-B57D60F6C21A}" srcOrd="0" destOrd="0" parTransId="{B0465154-E91B-48FC-A10C-02330804FB9B}" sibTransId="{F9DBBE4F-B9BA-42EE-9258-21466BF5E745}"/>
    <dgm:cxn modelId="{2062CE49-474B-4501-926E-9F1AF0C702D4}" srcId="{F1597986-33DB-437F-982C-C8C1B0D34EBD}" destId="{C2BDA332-3BBE-4C49-B47E-E6966F79CB5B}" srcOrd="0" destOrd="0" parTransId="{E46AB93D-5FD3-4122-9AEB-60765C951503}" sibTransId="{C4812ED2-308B-44FB-92F5-C258A1A6CC6F}"/>
    <dgm:cxn modelId="{8581BE6C-BF71-4F73-8899-B854EFE33757}" srcId="{F1597986-33DB-437F-982C-C8C1B0D34EBD}" destId="{26C0D0B0-07AD-40BD-BCE5-B7E78D074515}" srcOrd="1" destOrd="0" parTransId="{150A4EF6-CC3D-4B1B-B7CF-D4F8E35DCE38}" sibTransId="{8A76591C-A692-4967-BE16-A5C2BF9E97E2}"/>
    <dgm:cxn modelId="{EF3AFC8C-D0E0-4A14-BCF0-FCB3DC825223}" type="presOf" srcId="{C2BDA332-3BBE-4C49-B47E-E6966F79CB5B}" destId="{08A3032D-1DE0-4AC3-B849-771EB1866A75}" srcOrd="0" destOrd="0" presId="urn:diagrams.loki3.com/BracketList"/>
    <dgm:cxn modelId="{6C6F0BB1-AA43-4F04-9BD1-287E5F267F3F}" type="presOf" srcId="{CB271525-C2E9-40E8-B721-B57D60F6C21A}" destId="{C392EE7D-6200-43E4-A7D1-A38D9EA7B5D5}" srcOrd="0" destOrd="0" presId="urn:diagrams.loki3.com/BracketList"/>
    <dgm:cxn modelId="{A5B171B6-ECD9-4765-AD0D-BD533A90B309}" type="presOf" srcId="{26C0D0B0-07AD-40BD-BCE5-B7E78D074515}" destId="{573B56CD-208E-47DE-B3D6-A323F4C65978}" srcOrd="0" destOrd="0" presId="urn:diagrams.loki3.com/BracketList"/>
    <dgm:cxn modelId="{667EE3FA-B0C8-4890-A81F-42A3B1CDA206}" type="presOf" srcId="{F1597986-33DB-437F-982C-C8C1B0D34EBD}" destId="{443191FB-EE00-47A4-A780-E76AD407BCCB}" srcOrd="0" destOrd="0" presId="urn:diagrams.loki3.com/BracketList"/>
    <dgm:cxn modelId="{920D97B3-815B-49F2-A04A-1832823B977B}" type="presParOf" srcId="{443191FB-EE00-47A4-A780-E76AD407BCCB}" destId="{F2268CE5-83DB-4829-ADBA-6CAD0A1D15D1}" srcOrd="0" destOrd="0" presId="urn:diagrams.loki3.com/BracketList"/>
    <dgm:cxn modelId="{E4D44C6B-FF2A-40F1-B908-CBB15974A33F}" type="presParOf" srcId="{F2268CE5-83DB-4829-ADBA-6CAD0A1D15D1}" destId="{08A3032D-1DE0-4AC3-B849-771EB1866A75}" srcOrd="0" destOrd="0" presId="urn:diagrams.loki3.com/BracketList"/>
    <dgm:cxn modelId="{FF00FB10-82EF-46FD-8451-30C2C2E4AFD7}" type="presParOf" srcId="{F2268CE5-83DB-4829-ADBA-6CAD0A1D15D1}" destId="{6253DCB2-F566-402B-851E-FADB9A682076}" srcOrd="1" destOrd="0" presId="urn:diagrams.loki3.com/BracketList"/>
    <dgm:cxn modelId="{56FFE1E4-F7F5-4B35-B547-CFBE0C4D579C}" type="presParOf" srcId="{F2268CE5-83DB-4829-ADBA-6CAD0A1D15D1}" destId="{F0D96732-1E57-42FF-9106-63ED4A3283E7}" srcOrd="2" destOrd="0" presId="urn:diagrams.loki3.com/BracketList"/>
    <dgm:cxn modelId="{65E011AF-CDBF-4460-B192-412FAC106211}" type="presParOf" srcId="{F2268CE5-83DB-4829-ADBA-6CAD0A1D15D1}" destId="{4DB08575-BB57-4005-8B9D-86D4C79C5070}" srcOrd="3" destOrd="0" presId="urn:diagrams.loki3.com/BracketList"/>
    <dgm:cxn modelId="{E300E5E2-938B-4CB1-A4E0-32039FEEF9D8}" type="presParOf" srcId="{443191FB-EE00-47A4-A780-E76AD407BCCB}" destId="{1258B2F3-5D70-4E38-AF8E-AF767AFDEE05}" srcOrd="1" destOrd="0" presId="urn:diagrams.loki3.com/BracketList"/>
    <dgm:cxn modelId="{57150C91-A114-4D4B-8F7B-B8ABC7B35B32}" type="presParOf" srcId="{443191FB-EE00-47A4-A780-E76AD407BCCB}" destId="{6CC97263-91E0-4836-AF04-5A1F96A4D7BD}" srcOrd="2" destOrd="0" presId="urn:diagrams.loki3.com/BracketList"/>
    <dgm:cxn modelId="{17E64F85-1405-4C8D-8F0E-CE8D855FC5BC}" type="presParOf" srcId="{6CC97263-91E0-4836-AF04-5A1F96A4D7BD}" destId="{573B56CD-208E-47DE-B3D6-A323F4C65978}" srcOrd="0" destOrd="0" presId="urn:diagrams.loki3.com/BracketList"/>
    <dgm:cxn modelId="{6947A0A7-B361-4C6E-9B54-63CBC77E57F3}" type="presParOf" srcId="{6CC97263-91E0-4836-AF04-5A1F96A4D7BD}" destId="{282EBFA0-AAB6-4FE1-845B-3FCA1BFBE587}" srcOrd="1" destOrd="0" presId="urn:diagrams.loki3.com/BracketList"/>
    <dgm:cxn modelId="{A3C65DD0-5C38-4D87-99BA-5EE049BC818D}" type="presParOf" srcId="{6CC97263-91E0-4836-AF04-5A1F96A4D7BD}" destId="{AD6E0777-9988-4B0F-980D-3C1B6463F0A1}" srcOrd="2" destOrd="0" presId="urn:diagrams.loki3.com/BracketList"/>
    <dgm:cxn modelId="{2DA60128-2F71-45A3-8474-68AD543183F9}" type="presParOf" srcId="{6CC97263-91E0-4836-AF04-5A1F96A4D7BD}" destId="{C392EE7D-6200-43E4-A7D1-A38D9EA7B5D5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B0B85-B33A-4471-A8F1-96793563B8D6}">
      <dsp:nvSpPr>
        <dsp:cNvPr id="0" name=""/>
        <dsp:cNvSpPr/>
      </dsp:nvSpPr>
      <dsp:spPr>
        <a:xfrm>
          <a:off x="0" y="635553"/>
          <a:ext cx="8154988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059359-D764-4DE8-B272-D66160F618CF}">
      <dsp:nvSpPr>
        <dsp:cNvPr id="0" name=""/>
        <dsp:cNvSpPr/>
      </dsp:nvSpPr>
      <dsp:spPr>
        <a:xfrm>
          <a:off x="407749" y="30393"/>
          <a:ext cx="5708491" cy="1210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67" tIns="0" rIns="21576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1.Develop and deploy separate prediction model</a:t>
          </a:r>
          <a:endParaRPr lang="en-IN" sz="3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6832" y="89476"/>
        <a:ext cx="5590325" cy="1092154"/>
      </dsp:txXfrm>
    </dsp:sp>
    <dsp:sp modelId="{DD97A267-C9CA-4B98-AE7F-81247AB091B2}">
      <dsp:nvSpPr>
        <dsp:cNvPr id="0" name=""/>
        <dsp:cNvSpPr/>
      </dsp:nvSpPr>
      <dsp:spPr>
        <a:xfrm>
          <a:off x="0" y="2495313"/>
          <a:ext cx="8154988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AC0EF80-69BA-49C0-90DD-60FED0F4DCA5}">
      <dsp:nvSpPr>
        <dsp:cNvPr id="0" name=""/>
        <dsp:cNvSpPr/>
      </dsp:nvSpPr>
      <dsp:spPr>
        <a:xfrm>
          <a:off x="407749" y="1890153"/>
          <a:ext cx="5708491" cy="1210320"/>
        </a:xfrm>
        <a:prstGeom prst="roundRect">
          <a:avLst/>
        </a:prstGeom>
        <a:gradFill rotWithShape="0">
          <a:gsLst>
            <a:gs pos="0">
              <a:schemeClr val="accent2">
                <a:hueOff val="-1796981"/>
                <a:satOff val="12361"/>
                <a:lumOff val="1372"/>
                <a:alphaOff val="0"/>
                <a:tint val="96000"/>
                <a:lumMod val="102000"/>
              </a:schemeClr>
            </a:gs>
            <a:gs pos="100000">
              <a:schemeClr val="accent2">
                <a:hueOff val="-1796981"/>
                <a:satOff val="12361"/>
                <a:lumOff val="1372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67" tIns="0" rIns="21576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2.Enhance predictive accuracy</a:t>
          </a:r>
          <a:endParaRPr lang="en-IN" sz="3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6832" y="1949236"/>
        <a:ext cx="5590325" cy="1092154"/>
      </dsp:txXfrm>
    </dsp:sp>
    <dsp:sp modelId="{D5312290-6C6A-4A91-BF1E-CAA0C0CFE721}">
      <dsp:nvSpPr>
        <dsp:cNvPr id="0" name=""/>
        <dsp:cNvSpPr/>
      </dsp:nvSpPr>
      <dsp:spPr>
        <a:xfrm>
          <a:off x="0" y="4355073"/>
          <a:ext cx="8154988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A67C13F-758B-45FC-B27B-3C442498C14C}">
      <dsp:nvSpPr>
        <dsp:cNvPr id="0" name=""/>
        <dsp:cNvSpPr/>
      </dsp:nvSpPr>
      <dsp:spPr>
        <a:xfrm>
          <a:off x="407749" y="3749913"/>
          <a:ext cx="5708491" cy="1210320"/>
        </a:xfrm>
        <a:prstGeom prst="roundRect">
          <a:avLst/>
        </a:prstGeom>
        <a:gradFill rotWithShape="0">
          <a:gsLst>
            <a:gs pos="0">
              <a:schemeClr val="accent2">
                <a:hueOff val="-3593961"/>
                <a:satOff val="24722"/>
                <a:lumOff val="2744"/>
                <a:alphaOff val="0"/>
                <a:tint val="96000"/>
                <a:lumMod val="102000"/>
              </a:schemeClr>
            </a:gs>
            <a:gs pos="100000">
              <a:schemeClr val="accent2">
                <a:hueOff val="-3593961"/>
                <a:satOff val="24722"/>
                <a:lumOff val="2744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67" tIns="0" rIns="21576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3.Facilitate admin friendly interface</a:t>
          </a:r>
          <a:endParaRPr lang="en-IN" sz="3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6832" y="3808996"/>
        <a:ext cx="5590325" cy="1092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724A9-B809-4647-A07A-E4CBD552328B}">
      <dsp:nvSpPr>
        <dsp:cNvPr id="0" name=""/>
        <dsp:cNvSpPr/>
      </dsp:nvSpPr>
      <dsp:spPr>
        <a:xfrm>
          <a:off x="1152946" y="0"/>
          <a:ext cx="13066724" cy="5245608"/>
        </a:xfrm>
        <a:prstGeom prst="rightArrow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DD19444-FE93-4294-99BE-87EF5B9B7542}">
      <dsp:nvSpPr>
        <dsp:cNvPr id="0" name=""/>
        <dsp:cNvSpPr/>
      </dsp:nvSpPr>
      <dsp:spPr>
        <a:xfrm>
          <a:off x="4503" y="1573682"/>
          <a:ext cx="2711225" cy="20982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Collection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6931" y="1676110"/>
        <a:ext cx="2506369" cy="1893387"/>
      </dsp:txXfrm>
    </dsp:sp>
    <dsp:sp modelId="{A39B131F-AD0D-4A9F-BA5D-C364B475B035}">
      <dsp:nvSpPr>
        <dsp:cNvPr id="0" name=""/>
        <dsp:cNvSpPr/>
      </dsp:nvSpPr>
      <dsp:spPr>
        <a:xfrm>
          <a:off x="3167599" y="1573682"/>
          <a:ext cx="2711225" cy="2098243"/>
        </a:xfrm>
        <a:prstGeom prst="roundRect">
          <a:avLst/>
        </a:prstGeom>
        <a:gradFill rotWithShape="0">
          <a:gsLst>
            <a:gs pos="0">
              <a:schemeClr val="accent4">
                <a:hueOff val="4910119"/>
                <a:satOff val="-461"/>
                <a:lumOff val="588"/>
                <a:alphaOff val="0"/>
                <a:tint val="96000"/>
                <a:lumMod val="102000"/>
              </a:schemeClr>
            </a:gs>
            <a:gs pos="100000">
              <a:schemeClr val="accent4">
                <a:hueOff val="4910119"/>
                <a:satOff val="-461"/>
                <a:lumOff val="588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70027" y="1676110"/>
        <a:ext cx="2506369" cy="1893387"/>
      </dsp:txXfrm>
    </dsp:sp>
    <dsp:sp modelId="{5D4CAAE6-1571-49BE-813A-F7A29FAF6310}">
      <dsp:nvSpPr>
        <dsp:cNvPr id="0" name=""/>
        <dsp:cNvSpPr/>
      </dsp:nvSpPr>
      <dsp:spPr>
        <a:xfrm>
          <a:off x="6330695" y="1573682"/>
          <a:ext cx="2711225" cy="2098243"/>
        </a:xfrm>
        <a:prstGeom prst="roundRect">
          <a:avLst/>
        </a:prstGeom>
        <a:gradFill rotWithShape="0">
          <a:gsLst>
            <a:gs pos="0">
              <a:schemeClr val="accent4">
                <a:hueOff val="9820237"/>
                <a:satOff val="-922"/>
                <a:lumOff val="1176"/>
                <a:alphaOff val="0"/>
                <a:tint val="96000"/>
                <a:lumMod val="102000"/>
              </a:schemeClr>
            </a:gs>
            <a:gs pos="100000">
              <a:schemeClr val="accent4">
                <a:hueOff val="9820237"/>
                <a:satOff val="-922"/>
                <a:lumOff val="1176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 Development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33123" y="1676110"/>
        <a:ext cx="2506369" cy="1893387"/>
      </dsp:txXfrm>
    </dsp:sp>
    <dsp:sp modelId="{0087645D-6F02-42FB-B2E0-0D5F3981E616}">
      <dsp:nvSpPr>
        <dsp:cNvPr id="0" name=""/>
        <dsp:cNvSpPr/>
      </dsp:nvSpPr>
      <dsp:spPr>
        <a:xfrm>
          <a:off x="9493791" y="1573682"/>
          <a:ext cx="2711225" cy="2098243"/>
        </a:xfrm>
        <a:prstGeom prst="roundRect">
          <a:avLst/>
        </a:prstGeom>
        <a:gradFill rotWithShape="0">
          <a:gsLst>
            <a:gs pos="0">
              <a:schemeClr val="accent4">
                <a:hueOff val="14730356"/>
                <a:satOff val="-1384"/>
                <a:lumOff val="1764"/>
                <a:alphaOff val="0"/>
                <a:tint val="96000"/>
                <a:lumMod val="102000"/>
              </a:schemeClr>
            </a:gs>
            <a:gs pos="100000">
              <a:schemeClr val="accent4">
                <a:hueOff val="14730356"/>
                <a:satOff val="-1384"/>
                <a:lumOff val="1764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and Validation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596219" y="1676110"/>
        <a:ext cx="2506369" cy="1893387"/>
      </dsp:txXfrm>
    </dsp:sp>
    <dsp:sp modelId="{D32FDCEF-F08F-4DF1-AA8E-7D663EC0AED0}">
      <dsp:nvSpPr>
        <dsp:cNvPr id="0" name=""/>
        <dsp:cNvSpPr/>
      </dsp:nvSpPr>
      <dsp:spPr>
        <a:xfrm>
          <a:off x="12656888" y="1573682"/>
          <a:ext cx="2711225" cy="2098243"/>
        </a:xfrm>
        <a:prstGeom prst="roundRect">
          <a:avLst/>
        </a:prstGeom>
        <a:gradFill rotWithShape="0">
          <a:gsLst>
            <a:gs pos="0">
              <a:schemeClr val="accent4">
                <a:hueOff val="19640475"/>
                <a:satOff val="-1845"/>
                <a:lumOff val="2352"/>
                <a:alphaOff val="0"/>
                <a:tint val="96000"/>
                <a:lumMod val="102000"/>
              </a:schemeClr>
            </a:gs>
            <a:gs pos="100000">
              <a:schemeClr val="accent4">
                <a:hueOff val="19640475"/>
                <a:satOff val="-1845"/>
                <a:lumOff val="2352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into Web Application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759316" y="1676110"/>
        <a:ext cx="2506369" cy="18933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3032D-1DE0-4AC3-B849-771EB1866A75}">
      <dsp:nvSpPr>
        <dsp:cNvPr id="0" name=""/>
        <dsp:cNvSpPr/>
      </dsp:nvSpPr>
      <dsp:spPr>
        <a:xfrm>
          <a:off x="0" y="1224896"/>
          <a:ext cx="2032000" cy="1367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76200" rIns="213360" bIns="76200" numCol="1" spcCol="1270" anchor="ctr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MRI Image Analysis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224896"/>
        <a:ext cx="2032000" cy="1367437"/>
      </dsp:txXfrm>
    </dsp:sp>
    <dsp:sp modelId="{6253DCB2-F566-402B-851E-FADB9A682076}">
      <dsp:nvSpPr>
        <dsp:cNvPr id="0" name=""/>
        <dsp:cNvSpPr/>
      </dsp:nvSpPr>
      <dsp:spPr>
        <a:xfrm>
          <a:off x="2031999" y="1224896"/>
          <a:ext cx="406400" cy="1367437"/>
        </a:xfrm>
        <a:prstGeom prst="leftBrace">
          <a:avLst>
            <a:gd name="adj1" fmla="val 35000"/>
            <a:gd name="adj2" fmla="val 50000"/>
          </a:avLst>
        </a:prstGeom>
        <a:noFill/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B08575-BB57-4005-8B9D-86D4C79C5070}">
      <dsp:nvSpPr>
        <dsp:cNvPr id="0" name=""/>
        <dsp:cNvSpPr/>
      </dsp:nvSpPr>
      <dsp:spPr>
        <a:xfrm>
          <a:off x="2600959" y="1224896"/>
          <a:ext cx="5527040" cy="136743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 CNN to analyse MRI scan </a:t>
          </a:r>
        </a:p>
      </dsp:txBody>
      <dsp:txXfrm>
        <a:off x="2600959" y="1224896"/>
        <a:ext cx="5527040" cy="1367437"/>
      </dsp:txXfrm>
    </dsp:sp>
    <dsp:sp modelId="{573B56CD-208E-47DE-B3D6-A323F4C65978}">
      <dsp:nvSpPr>
        <dsp:cNvPr id="0" name=""/>
        <dsp:cNvSpPr/>
      </dsp:nvSpPr>
      <dsp:spPr>
        <a:xfrm>
          <a:off x="0" y="2826333"/>
          <a:ext cx="2032000" cy="1367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76200" rIns="213360" bIns="76200" numCol="1" spcCol="1270" anchor="ctr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Patient Data Analysis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826333"/>
        <a:ext cx="2032000" cy="1367437"/>
      </dsp:txXfrm>
    </dsp:sp>
    <dsp:sp modelId="{282EBFA0-AAB6-4FE1-845B-3FCA1BFBE587}">
      <dsp:nvSpPr>
        <dsp:cNvPr id="0" name=""/>
        <dsp:cNvSpPr/>
      </dsp:nvSpPr>
      <dsp:spPr>
        <a:xfrm>
          <a:off x="2031999" y="2826333"/>
          <a:ext cx="406400" cy="1367437"/>
        </a:xfrm>
        <a:prstGeom prst="leftBrace">
          <a:avLst>
            <a:gd name="adj1" fmla="val 35000"/>
            <a:gd name="adj2" fmla="val 50000"/>
          </a:avLst>
        </a:prstGeom>
        <a:noFill/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2EE7D-6200-43E4-A7D1-A38D9EA7B5D5}">
      <dsp:nvSpPr>
        <dsp:cNvPr id="0" name=""/>
        <dsp:cNvSpPr/>
      </dsp:nvSpPr>
      <dsp:spPr>
        <a:xfrm>
          <a:off x="2600959" y="2826333"/>
          <a:ext cx="5527040" cy="1367437"/>
        </a:xfrm>
        <a:prstGeom prst="rect">
          <a:avLst/>
        </a:prstGeom>
        <a:gradFill rotWithShape="0">
          <a:gsLst>
            <a:gs pos="0">
              <a:schemeClr val="accent5">
                <a:hueOff val="-3715622"/>
                <a:satOff val="3658"/>
                <a:lumOff val="8236"/>
                <a:alphaOff val="0"/>
                <a:tint val="96000"/>
                <a:lumMod val="102000"/>
              </a:schemeClr>
            </a:gs>
            <a:gs pos="100000">
              <a:schemeClr val="accent5">
                <a:hueOff val="-3715622"/>
                <a:satOff val="3658"/>
                <a:lumOff val="8236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Based on reported data such as MMSE,CDR,Etiv,nWBV,ASF</a:t>
          </a:r>
        </a:p>
      </dsp:txBody>
      <dsp:txXfrm>
        <a:off x="2600959" y="2826333"/>
        <a:ext cx="5527040" cy="1367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475192" y="2"/>
            <a:ext cx="8835595" cy="30275217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8299" y="4036700"/>
            <a:ext cx="16246146" cy="15399241"/>
          </a:xfrm>
        </p:spPr>
        <p:txBody>
          <a:bodyPr anchor="b">
            <a:normAutofit/>
          </a:bodyPr>
          <a:lstStyle>
            <a:lvl1pPr algn="r">
              <a:defRPr sz="1262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8453" y="19435938"/>
            <a:ext cx="13475994" cy="6023836"/>
          </a:xfrm>
        </p:spPr>
        <p:txBody>
          <a:bodyPr anchor="t">
            <a:normAutofit/>
          </a:bodyPr>
          <a:lstStyle>
            <a:lvl1pPr marL="0" indent="0" algn="r">
              <a:buNone/>
              <a:defRPr sz="4209">
                <a:solidFill>
                  <a:schemeClr val="tx1"/>
                </a:solidFill>
              </a:defRPr>
            </a:lvl1pPr>
            <a:lvl2pPr marL="1069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38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07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276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345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414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484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553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131627" y="27005492"/>
            <a:ext cx="2005236" cy="1611875"/>
          </a:xfrm>
        </p:spPr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74251" y="27005492"/>
            <a:ext cx="8440821" cy="161187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352181" y="27005492"/>
            <a:ext cx="962263" cy="1611875"/>
          </a:xfrm>
        </p:spPr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reeform 12"/>
          <p:cNvSpPr/>
          <p:nvPr/>
        </p:nvSpPr>
        <p:spPr bwMode="auto">
          <a:xfrm>
            <a:off x="475192" y="16651367"/>
            <a:ext cx="846435" cy="399467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1310492" y="17071858"/>
            <a:ext cx="144786" cy="357418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35145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6760" y="2018352"/>
            <a:ext cx="18017685" cy="8746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6760" y="11773694"/>
            <a:ext cx="18017685" cy="147129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175021" y="26965041"/>
            <a:ext cx="2005236" cy="1611875"/>
          </a:xfrm>
        </p:spPr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13119" y="26965041"/>
            <a:ext cx="12428219" cy="161187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313940" y="26965041"/>
            <a:ext cx="1000505" cy="1611875"/>
          </a:xfrm>
        </p:spPr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94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6672" y="11773687"/>
            <a:ext cx="15667773" cy="10418730"/>
          </a:xfrm>
        </p:spPr>
        <p:txBody>
          <a:bodyPr anchor="b"/>
          <a:lstStyle>
            <a:lvl1pPr algn="r">
              <a:defRPr sz="935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6678" y="22192420"/>
            <a:ext cx="15667766" cy="3798308"/>
          </a:xfrm>
        </p:spPr>
        <p:txBody>
          <a:bodyPr anchor="t">
            <a:normAutofit/>
          </a:bodyPr>
          <a:lstStyle>
            <a:lvl1pPr marL="0" indent="0" algn="r">
              <a:buNone/>
              <a:defRPr sz="4677">
                <a:solidFill>
                  <a:schemeClr val="tx1"/>
                </a:solidFill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347498" y="26999903"/>
            <a:ext cx="966947" cy="1611875"/>
          </a:xfrm>
        </p:spPr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83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6760" y="3027528"/>
            <a:ext cx="18017685" cy="77369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96759" y="11773694"/>
            <a:ext cx="8745903" cy="14871292"/>
          </a:xfrm>
        </p:spPr>
        <p:txBody>
          <a:bodyPr>
            <a:normAutofit/>
          </a:bodyPr>
          <a:lstStyle>
            <a:lvl1pPr>
              <a:defRPr sz="4209"/>
            </a:lvl1pPr>
            <a:lvl2pPr>
              <a:defRPr sz="3742"/>
            </a:lvl2pPr>
            <a:lvl3pPr>
              <a:defRPr sz="3274"/>
            </a:lvl3pPr>
            <a:lvl4pPr>
              <a:defRPr sz="2806"/>
            </a:lvl4pPr>
            <a:lvl5pPr>
              <a:defRPr sz="2806"/>
            </a:lvl5pPr>
            <a:lvl6pPr>
              <a:defRPr sz="2806"/>
            </a:lvl6pPr>
            <a:lvl7pPr>
              <a:defRPr sz="2806"/>
            </a:lvl7pPr>
            <a:lvl8pPr>
              <a:defRPr sz="2806"/>
            </a:lvl8pPr>
            <a:lvl9pPr>
              <a:defRPr sz="2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8541" y="11773694"/>
            <a:ext cx="8745903" cy="14774834"/>
          </a:xfrm>
        </p:spPr>
        <p:txBody>
          <a:bodyPr>
            <a:normAutofit/>
          </a:bodyPr>
          <a:lstStyle>
            <a:lvl1pPr>
              <a:defRPr sz="4209"/>
            </a:lvl1pPr>
            <a:lvl2pPr>
              <a:defRPr sz="3742"/>
            </a:lvl2pPr>
            <a:lvl3pPr>
              <a:defRPr sz="3274"/>
            </a:lvl3pPr>
            <a:lvl4pPr>
              <a:defRPr sz="2806"/>
            </a:lvl4pPr>
            <a:lvl5pPr>
              <a:defRPr sz="2806"/>
            </a:lvl5pPr>
            <a:lvl6pPr>
              <a:defRPr sz="2806"/>
            </a:lvl6pPr>
            <a:lvl7pPr>
              <a:defRPr sz="2806"/>
            </a:lvl7pPr>
            <a:lvl8pPr>
              <a:defRPr sz="2806"/>
            </a:lvl8pPr>
            <a:lvl9pPr>
              <a:defRPr sz="2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2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9048" y="11736315"/>
            <a:ext cx="8082681" cy="2543957"/>
          </a:xfrm>
        </p:spPr>
        <p:txBody>
          <a:bodyPr anchor="b">
            <a:noAutofit/>
          </a:bodyPr>
          <a:lstStyle>
            <a:lvl1pPr marL="0" indent="0">
              <a:buNone/>
              <a:defRPr sz="6548" b="0">
                <a:solidFill>
                  <a:schemeClr val="accent1">
                    <a:lumMod val="75000"/>
                  </a:schemeClr>
                </a:solidFill>
              </a:defRPr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020" y="14724121"/>
            <a:ext cx="8587705" cy="11766008"/>
          </a:xfrm>
        </p:spPr>
        <p:txBody>
          <a:bodyPr anchor="t">
            <a:normAutofit/>
          </a:bodyPr>
          <a:lstStyle>
            <a:lvl1pPr>
              <a:defRPr sz="4209"/>
            </a:lvl1pPr>
            <a:lvl2pPr>
              <a:defRPr sz="3742"/>
            </a:lvl2pPr>
            <a:lvl3pPr>
              <a:defRPr sz="3274"/>
            </a:lvl3pPr>
            <a:lvl4pPr>
              <a:defRPr sz="2806"/>
            </a:lvl4pPr>
            <a:lvl5pPr>
              <a:defRPr sz="2806"/>
            </a:lvl5pPr>
            <a:lvl6pPr>
              <a:defRPr sz="2806"/>
            </a:lvl6pPr>
            <a:lvl7pPr>
              <a:defRPr sz="2806"/>
            </a:lvl7pPr>
            <a:lvl8pPr>
              <a:defRPr sz="2806"/>
            </a:lvl8pPr>
            <a:lvl9pPr>
              <a:defRPr sz="2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70874" y="11773694"/>
            <a:ext cx="8109609" cy="2543957"/>
          </a:xfrm>
        </p:spPr>
        <p:txBody>
          <a:bodyPr anchor="b">
            <a:noAutofit/>
          </a:bodyPr>
          <a:lstStyle>
            <a:lvl1pPr marL="0" indent="0">
              <a:buNone/>
              <a:defRPr sz="6548" b="0">
                <a:solidFill>
                  <a:schemeClr val="accent1">
                    <a:lumMod val="75000"/>
                  </a:schemeClr>
                </a:solidFill>
              </a:defRPr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92773" y="14724121"/>
            <a:ext cx="8587705" cy="11766008"/>
          </a:xfrm>
        </p:spPr>
        <p:txBody>
          <a:bodyPr anchor="t">
            <a:normAutofit/>
          </a:bodyPr>
          <a:lstStyle>
            <a:lvl1pPr>
              <a:defRPr sz="4209"/>
            </a:lvl1pPr>
            <a:lvl2pPr>
              <a:defRPr sz="3742"/>
            </a:lvl2pPr>
            <a:lvl3pPr>
              <a:defRPr sz="3274"/>
            </a:lvl3pPr>
            <a:lvl4pPr>
              <a:defRPr sz="2806"/>
            </a:lvl4pPr>
            <a:lvl5pPr>
              <a:defRPr sz="2806"/>
            </a:lvl5pPr>
            <a:lvl6pPr>
              <a:defRPr sz="2806"/>
            </a:lvl6pPr>
            <a:lvl7pPr>
              <a:defRPr sz="2806"/>
            </a:lvl7pPr>
            <a:lvl8pPr>
              <a:defRPr sz="2806"/>
            </a:lvl8pPr>
            <a:lvl9pPr>
              <a:defRPr sz="2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09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90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1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022" y="7064216"/>
            <a:ext cx="6226447" cy="6055043"/>
          </a:xfrm>
        </p:spPr>
        <p:txBody>
          <a:bodyPr anchor="b">
            <a:normAutofit/>
          </a:bodyPr>
          <a:lstStyle>
            <a:lvl1pPr algn="ctr">
              <a:defRPr sz="561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517" y="3027523"/>
            <a:ext cx="10948963" cy="22538219"/>
          </a:xfrm>
        </p:spPr>
        <p:txBody>
          <a:bodyPr anchor="ctr">
            <a:normAutofit/>
          </a:bodyPr>
          <a:lstStyle>
            <a:lvl1pPr>
              <a:defRPr sz="4677"/>
            </a:lvl1pPr>
            <a:lvl2pPr>
              <a:defRPr sz="4209"/>
            </a:lvl2pPr>
            <a:lvl3pPr>
              <a:defRPr sz="3742"/>
            </a:lvl3pPr>
            <a:lvl4pPr>
              <a:defRPr sz="3274"/>
            </a:lvl4pPr>
            <a:lvl5pPr>
              <a:defRPr sz="3274"/>
            </a:lvl5pPr>
            <a:lvl6pPr>
              <a:defRPr sz="3274"/>
            </a:lvl6pPr>
            <a:lvl7pPr>
              <a:defRPr sz="3274"/>
            </a:lvl7pPr>
            <a:lvl8pPr>
              <a:defRPr sz="3274"/>
            </a:lvl8pPr>
            <a:lvl9pPr>
              <a:defRPr sz="32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4022" y="13119259"/>
            <a:ext cx="6226447" cy="8073390"/>
          </a:xfrm>
        </p:spPr>
        <p:txBody>
          <a:bodyPr>
            <a:normAutofit/>
          </a:bodyPr>
          <a:lstStyle>
            <a:lvl1pPr marL="0" indent="0" algn="ctr">
              <a:buNone/>
              <a:defRPr sz="3742"/>
            </a:lvl1pPr>
            <a:lvl2pPr marL="1069162" indent="0">
              <a:buNone/>
              <a:defRPr sz="2806"/>
            </a:lvl2pPr>
            <a:lvl3pPr marL="2138324" indent="0">
              <a:buNone/>
              <a:defRPr sz="2339"/>
            </a:lvl3pPr>
            <a:lvl4pPr marL="3207487" indent="0">
              <a:buNone/>
              <a:defRPr sz="2105"/>
            </a:lvl4pPr>
            <a:lvl5pPr marL="4276649" indent="0">
              <a:buNone/>
              <a:defRPr sz="2105"/>
            </a:lvl5pPr>
            <a:lvl6pPr marL="5345811" indent="0">
              <a:buNone/>
              <a:defRPr sz="2105"/>
            </a:lvl6pPr>
            <a:lvl7pPr marL="6414973" indent="0">
              <a:buNone/>
              <a:defRPr sz="2105"/>
            </a:lvl7pPr>
            <a:lvl8pPr marL="7484135" indent="0">
              <a:buNone/>
              <a:defRPr sz="2105"/>
            </a:lvl8pPr>
            <a:lvl9pPr marL="8553298" indent="0">
              <a:buNone/>
              <a:defRPr sz="21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06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1236" y="7736994"/>
            <a:ext cx="9519452" cy="6055043"/>
          </a:xfrm>
        </p:spPr>
        <p:txBody>
          <a:bodyPr anchor="b">
            <a:normAutofit/>
          </a:bodyPr>
          <a:lstStyle>
            <a:lvl1pPr algn="ctr">
              <a:defRPr sz="654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323830" y="4036695"/>
            <a:ext cx="5756019" cy="20183475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742"/>
            </a:lvl1pPr>
            <a:lvl2pPr marL="1069162" indent="0">
              <a:buNone/>
              <a:defRPr sz="3742"/>
            </a:lvl2pPr>
            <a:lvl3pPr marL="2138324" indent="0">
              <a:buNone/>
              <a:defRPr sz="3742"/>
            </a:lvl3pPr>
            <a:lvl4pPr marL="3207487" indent="0">
              <a:buNone/>
              <a:defRPr sz="3742"/>
            </a:lvl4pPr>
            <a:lvl5pPr marL="4276649" indent="0">
              <a:buNone/>
              <a:defRPr sz="3742"/>
            </a:lvl5pPr>
            <a:lvl6pPr marL="5345811" indent="0">
              <a:buNone/>
              <a:defRPr sz="3742"/>
            </a:lvl6pPr>
            <a:lvl7pPr marL="6414973" indent="0">
              <a:buNone/>
              <a:defRPr sz="3742"/>
            </a:lvl7pPr>
            <a:lvl8pPr marL="7484135" indent="0">
              <a:buNone/>
              <a:defRPr sz="3742"/>
            </a:lvl8pPr>
            <a:lvl9pPr marL="8553298" indent="0">
              <a:buNone/>
              <a:defRPr sz="374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1236" y="13792037"/>
            <a:ext cx="9519452" cy="8073390"/>
          </a:xfrm>
        </p:spPr>
        <p:txBody>
          <a:bodyPr>
            <a:normAutofit/>
          </a:bodyPr>
          <a:lstStyle>
            <a:lvl1pPr marL="0" indent="0" algn="ctr">
              <a:buNone/>
              <a:defRPr sz="4209"/>
            </a:lvl1pPr>
            <a:lvl2pPr marL="1069162" indent="0">
              <a:buNone/>
              <a:defRPr sz="2806"/>
            </a:lvl2pPr>
            <a:lvl3pPr marL="2138324" indent="0">
              <a:buNone/>
              <a:defRPr sz="2339"/>
            </a:lvl3pPr>
            <a:lvl4pPr marL="3207487" indent="0">
              <a:buNone/>
              <a:defRPr sz="2105"/>
            </a:lvl4pPr>
            <a:lvl5pPr marL="4276649" indent="0">
              <a:buNone/>
              <a:defRPr sz="2105"/>
            </a:lvl5pPr>
            <a:lvl6pPr marL="5345811" indent="0">
              <a:buNone/>
              <a:defRPr sz="2105"/>
            </a:lvl6pPr>
            <a:lvl7pPr marL="6414973" indent="0">
              <a:buNone/>
              <a:defRPr sz="2105"/>
            </a:lvl7pPr>
            <a:lvl8pPr marL="7484135" indent="0">
              <a:buNone/>
              <a:defRPr sz="2105"/>
            </a:lvl8pPr>
            <a:lvl9pPr marL="8553298" indent="0">
              <a:buNone/>
              <a:defRPr sz="21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68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021" y="20893627"/>
            <a:ext cx="17576458" cy="2501912"/>
          </a:xfrm>
        </p:spPr>
        <p:txBody>
          <a:bodyPr anchor="b">
            <a:normAutofit/>
          </a:bodyPr>
          <a:lstStyle>
            <a:lvl1pPr algn="ctr">
              <a:defRPr sz="561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85932" y="4114886"/>
            <a:ext cx="14431293" cy="1397205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742"/>
            </a:lvl1pPr>
            <a:lvl2pPr marL="1069162" indent="0">
              <a:buNone/>
              <a:defRPr sz="3742"/>
            </a:lvl2pPr>
            <a:lvl3pPr marL="2138324" indent="0">
              <a:buNone/>
              <a:defRPr sz="3742"/>
            </a:lvl3pPr>
            <a:lvl4pPr marL="3207487" indent="0">
              <a:buNone/>
              <a:defRPr sz="3742"/>
            </a:lvl4pPr>
            <a:lvl5pPr marL="4276649" indent="0">
              <a:buNone/>
              <a:defRPr sz="3742"/>
            </a:lvl5pPr>
            <a:lvl6pPr marL="5345811" indent="0">
              <a:buNone/>
              <a:defRPr sz="3742"/>
            </a:lvl6pPr>
            <a:lvl7pPr marL="6414973" indent="0">
              <a:buNone/>
              <a:defRPr sz="3742"/>
            </a:lvl7pPr>
            <a:lvl8pPr marL="7484135" indent="0">
              <a:buNone/>
              <a:defRPr sz="3742"/>
            </a:lvl8pPr>
            <a:lvl9pPr marL="8553298" indent="0">
              <a:buNone/>
              <a:defRPr sz="374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4021" y="23395539"/>
            <a:ext cx="17576458" cy="2179533"/>
          </a:xfrm>
        </p:spPr>
        <p:txBody>
          <a:bodyPr>
            <a:normAutofit/>
          </a:bodyPr>
          <a:lstStyle>
            <a:lvl1pPr marL="0" indent="0" algn="ctr">
              <a:buNone/>
              <a:defRPr sz="3274"/>
            </a:lvl1pPr>
            <a:lvl2pPr marL="1069162" indent="0">
              <a:buNone/>
              <a:defRPr sz="2806"/>
            </a:lvl2pPr>
            <a:lvl3pPr marL="2138324" indent="0">
              <a:buNone/>
              <a:defRPr sz="2339"/>
            </a:lvl3pPr>
            <a:lvl4pPr marL="3207487" indent="0">
              <a:buNone/>
              <a:defRPr sz="2105"/>
            </a:lvl4pPr>
            <a:lvl5pPr marL="4276649" indent="0">
              <a:buNone/>
              <a:defRPr sz="2105"/>
            </a:lvl5pPr>
            <a:lvl6pPr marL="5345811" indent="0">
              <a:buNone/>
              <a:defRPr sz="2105"/>
            </a:lvl6pPr>
            <a:lvl7pPr marL="6414973" indent="0">
              <a:buNone/>
              <a:defRPr sz="2105"/>
            </a:lvl7pPr>
            <a:lvl8pPr marL="7484135" indent="0">
              <a:buNone/>
              <a:defRPr sz="2105"/>
            </a:lvl8pPr>
            <a:lvl9pPr marL="8553298" indent="0">
              <a:buNone/>
              <a:defRPr sz="21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38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024" y="3027521"/>
            <a:ext cx="17576458" cy="13455650"/>
          </a:xfrm>
        </p:spPr>
        <p:txBody>
          <a:bodyPr anchor="ctr">
            <a:normAutofit/>
          </a:bodyPr>
          <a:lstStyle>
            <a:lvl1pPr algn="ctr">
              <a:defRPr sz="7483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4023" y="19174301"/>
            <a:ext cx="17576460" cy="63914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677">
                <a:solidFill>
                  <a:schemeClr val="tx1"/>
                </a:solidFill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88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267032" y="3809887"/>
            <a:ext cx="1069460" cy="2581542"/>
          </a:xfrm>
          <a:prstGeom prst="rect">
            <a:avLst/>
          </a:prstGeom>
        </p:spPr>
        <p:txBody>
          <a:bodyPr vert="horz" lIns="213836" tIns="106918" rIns="213836" bIns="1069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870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1024" y="12446472"/>
            <a:ext cx="1069460" cy="2581542"/>
          </a:xfrm>
          <a:prstGeom prst="rect">
            <a:avLst/>
          </a:prstGeom>
        </p:spPr>
        <p:txBody>
          <a:bodyPr vert="horz" lIns="213836" tIns="106918" rIns="213836" bIns="1069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870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6494" y="3027528"/>
            <a:ext cx="16309259" cy="12110081"/>
          </a:xfrm>
        </p:spPr>
        <p:txBody>
          <a:bodyPr anchor="ctr">
            <a:normAutofit/>
          </a:bodyPr>
          <a:lstStyle>
            <a:lvl1pPr algn="ctr">
              <a:defRPr sz="7483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737539" y="15137602"/>
            <a:ext cx="15507169" cy="1681956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4209"/>
            </a:lvl1pPr>
            <a:lvl2pPr marL="1069162" indent="0">
              <a:buFontTx/>
              <a:buNone/>
              <a:defRPr/>
            </a:lvl2pPr>
            <a:lvl3pPr marL="2138324" indent="0">
              <a:buFontTx/>
              <a:buNone/>
              <a:defRPr/>
            </a:lvl3pPr>
            <a:lvl4pPr marL="3207487" indent="0">
              <a:buFontTx/>
              <a:buNone/>
              <a:defRPr/>
            </a:lvl4pPr>
            <a:lvl5pPr marL="427664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4021" y="19174301"/>
            <a:ext cx="17576458" cy="63914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677">
                <a:solidFill>
                  <a:schemeClr val="tx1"/>
                </a:solidFill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5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026" y="14606007"/>
            <a:ext cx="17576453" cy="6484140"/>
          </a:xfrm>
        </p:spPr>
        <p:txBody>
          <a:bodyPr anchor="b">
            <a:normAutofit/>
          </a:bodyPr>
          <a:lstStyle>
            <a:lvl1pPr algn="r">
              <a:defRPr sz="7483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4022" y="21090147"/>
            <a:ext cx="17576456" cy="3798308"/>
          </a:xfrm>
        </p:spPr>
        <p:txBody>
          <a:bodyPr anchor="t">
            <a:normAutofit/>
          </a:bodyPr>
          <a:lstStyle>
            <a:lvl1pPr marL="0" indent="0" algn="r">
              <a:buNone/>
              <a:defRPr sz="4677">
                <a:solidFill>
                  <a:schemeClr val="tx1"/>
                </a:solidFill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611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267032" y="3809887"/>
            <a:ext cx="1069460" cy="2581542"/>
          </a:xfrm>
          <a:prstGeom prst="rect">
            <a:avLst/>
          </a:prstGeom>
        </p:spPr>
        <p:txBody>
          <a:bodyPr vert="horz" lIns="213836" tIns="106918" rIns="213836" bIns="1069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870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1024" y="12446472"/>
            <a:ext cx="1069460" cy="2581542"/>
          </a:xfrm>
          <a:prstGeom prst="rect">
            <a:avLst/>
          </a:prstGeom>
        </p:spPr>
        <p:txBody>
          <a:bodyPr vert="horz" lIns="213836" tIns="106918" rIns="213836" bIns="1069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870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6494" y="3027528"/>
            <a:ext cx="16309259" cy="12110081"/>
          </a:xfrm>
        </p:spPr>
        <p:txBody>
          <a:bodyPr anchor="ctr">
            <a:normAutofit/>
          </a:bodyPr>
          <a:lstStyle>
            <a:lvl1pPr algn="ctr">
              <a:defRPr sz="7483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604025" y="17155954"/>
            <a:ext cx="17576456" cy="3924565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5612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4022" y="21080519"/>
            <a:ext cx="17576456" cy="4485217"/>
          </a:xfrm>
        </p:spPr>
        <p:txBody>
          <a:bodyPr anchor="t">
            <a:normAutofit/>
          </a:bodyPr>
          <a:lstStyle>
            <a:lvl1pPr marL="0" indent="0" algn="r">
              <a:buNone/>
              <a:defRPr sz="4209">
                <a:solidFill>
                  <a:schemeClr val="tx1"/>
                </a:solidFill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0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4026" y="3027528"/>
            <a:ext cx="17576458" cy="120400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604023" y="15473998"/>
            <a:ext cx="17576460" cy="37003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654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4023" y="19174301"/>
            <a:ext cx="17576460" cy="6391434"/>
          </a:xfrm>
        </p:spPr>
        <p:txBody>
          <a:bodyPr anchor="t">
            <a:normAutofit/>
          </a:bodyPr>
          <a:lstStyle>
            <a:lvl1pPr marL="0" indent="0" algn="l">
              <a:buNone/>
              <a:defRPr sz="4209">
                <a:solidFill>
                  <a:schemeClr val="tx1"/>
                </a:solidFill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701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35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74613" y="3027521"/>
            <a:ext cx="3105871" cy="225382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4023" y="3027521"/>
            <a:ext cx="14069539" cy="2253821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73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" y="2"/>
            <a:ext cx="4985801" cy="30275217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6760" y="2018352"/>
            <a:ext cx="18017685" cy="874617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6762" y="11773696"/>
            <a:ext cx="18017682" cy="148197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208579" y="26999903"/>
            <a:ext cx="200523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3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57894E-7ACC-4389-9350-C705582F8FA1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6677" y="26999903"/>
            <a:ext cx="12428219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3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47498" y="26999903"/>
            <a:ext cx="9669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3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FCF9E0-FB72-4315-9D00-4AFC975CD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ctr" defTabSz="1069162" rtl="0" eaLnBrk="1" latinLnBrk="0" hangingPunct="1">
        <a:spcBef>
          <a:spcPct val="0"/>
        </a:spcBef>
        <a:buNone/>
        <a:defRPr sz="9354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68226" indent="-668226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5612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737389" indent="-668226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677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2806551" indent="-668226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420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3608422" indent="-400936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742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4677585" indent="-400936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27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5880392" indent="-534581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27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6949554" indent="-534581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27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8018717" indent="-534581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27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9087879" indent="-534581" algn="l" defTabSz="1069162" rtl="0" eaLnBrk="1" latinLnBrk="0" hangingPunct="1">
        <a:spcBef>
          <a:spcPct val="20000"/>
        </a:spcBef>
        <a:spcAft>
          <a:spcPts val="1403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27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1069162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2.jp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19" Type="http://schemas.openxmlformats.org/officeDocument/2006/relationships/image" Target="../media/image4.png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6A96FDE-CC41-B594-3832-470DA3EFE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" y="0"/>
            <a:ext cx="21387425" cy="3027521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D82FAAD-AF4D-3D6C-0F61-F0AD5C0DF6B8}"/>
              </a:ext>
            </a:extLst>
          </p:cNvPr>
          <p:cNvSpPr/>
          <p:nvPr/>
        </p:nvSpPr>
        <p:spPr>
          <a:xfrm>
            <a:off x="2133600" y="2004596"/>
            <a:ext cx="16383000" cy="289443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Dementia Detection:</a:t>
            </a:r>
          </a:p>
          <a:p>
            <a:pPr algn="ctr"/>
            <a:r>
              <a:rPr lang="en-IN" sz="6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MRI Insights and Patient Information</a:t>
            </a: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3ECFF93B-2FC4-6134-A817-C912D91C13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8119330"/>
              </p:ext>
            </p:extLst>
          </p:nvPr>
        </p:nvGraphicFramePr>
        <p:xfrm>
          <a:off x="1574174" y="7016694"/>
          <a:ext cx="815498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A498C24-FD92-C011-1431-A934D7C02780}"/>
              </a:ext>
            </a:extLst>
          </p:cNvPr>
          <p:cNvSpPr/>
          <p:nvPr/>
        </p:nvSpPr>
        <p:spPr>
          <a:xfrm>
            <a:off x="2679868" y="5307702"/>
            <a:ext cx="5943600" cy="1341542"/>
          </a:xfrm>
          <a:prstGeom prst="rect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B2170F-8A4A-6616-DD8C-6554A06B34DB}"/>
              </a:ext>
            </a:extLst>
          </p:cNvPr>
          <p:cNvSpPr/>
          <p:nvPr/>
        </p:nvSpPr>
        <p:spPr>
          <a:xfrm>
            <a:off x="10196547" y="11141109"/>
            <a:ext cx="5143500" cy="1341542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46904273-0360-2BF5-5625-B3D5A3B696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74105"/>
              </p:ext>
            </p:extLst>
          </p:nvPr>
        </p:nvGraphicFramePr>
        <p:xfrm>
          <a:off x="3925644" y="11302149"/>
          <a:ext cx="15372617" cy="5245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78A69F03-C34E-1924-D07E-7145E933AF59}"/>
              </a:ext>
            </a:extLst>
          </p:cNvPr>
          <p:cNvSpPr/>
          <p:nvPr/>
        </p:nvSpPr>
        <p:spPr>
          <a:xfrm>
            <a:off x="4635143" y="15515200"/>
            <a:ext cx="4612120" cy="1135517"/>
          </a:xfrm>
          <a:prstGeom prst="rect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49" name="Diagram 48">
            <a:extLst>
              <a:ext uri="{FF2B5EF4-FFF2-40B4-BE49-F238E27FC236}">
                <a16:creationId xmlns:a16="http://schemas.microsoft.com/office/drawing/2014/main" id="{2BC76913-F1BD-FEC0-B15A-F019EA58E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217493"/>
              </p:ext>
            </p:extLst>
          </p:nvPr>
        </p:nvGraphicFramePr>
        <p:xfrm>
          <a:off x="10325100" y="599223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50" name="Rectangle 49">
            <a:extLst>
              <a:ext uri="{FF2B5EF4-FFF2-40B4-BE49-F238E27FC236}">
                <a16:creationId xmlns:a16="http://schemas.microsoft.com/office/drawing/2014/main" id="{2AFA24AF-A559-AFD0-729B-B210AB1A554C}"/>
              </a:ext>
            </a:extLst>
          </p:cNvPr>
          <p:cNvSpPr/>
          <p:nvPr/>
        </p:nvSpPr>
        <p:spPr>
          <a:xfrm>
            <a:off x="12068523" y="5330362"/>
            <a:ext cx="5943599" cy="1341542"/>
          </a:xfrm>
          <a:prstGeom prst="rect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Project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43EAAB-D9D3-ED35-E43E-3E2104B6CE98}"/>
              </a:ext>
            </a:extLst>
          </p:cNvPr>
          <p:cNvSpPr/>
          <p:nvPr/>
        </p:nvSpPr>
        <p:spPr>
          <a:xfrm>
            <a:off x="4146626" y="21907541"/>
            <a:ext cx="4476842" cy="1060326"/>
          </a:xfrm>
          <a:prstGeom prst="rect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B188217C-CEE9-282E-EAC6-37EA8C354C09}"/>
              </a:ext>
            </a:extLst>
          </p:cNvPr>
          <p:cNvSpPr/>
          <p:nvPr/>
        </p:nvSpPr>
        <p:spPr>
          <a:xfrm>
            <a:off x="13683397" y="20675702"/>
            <a:ext cx="2950360" cy="2067784"/>
          </a:xfrm>
          <a:prstGeom prst="flowChartConnector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ACCURACY </a:t>
            </a:r>
            <a:br>
              <a:rPr lang="en-I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97%</a:t>
            </a: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C35E18AA-90A5-7F23-0948-CA13359F82BA}"/>
              </a:ext>
            </a:extLst>
          </p:cNvPr>
          <p:cNvSpPr/>
          <p:nvPr/>
        </p:nvSpPr>
        <p:spPr>
          <a:xfrm>
            <a:off x="14389100" y="16951856"/>
            <a:ext cx="4612120" cy="3429534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</a:p>
          <a:p>
            <a:pPr algn="ctr"/>
            <a:r>
              <a:rPr lang="en-IN" sz="3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br>
              <a:rPr lang="en-IN" sz="3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99.88</a:t>
            </a:r>
            <a:r>
              <a:rPr lang="en-IN" sz="35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F3118F48-491D-EE34-7A9D-0B74E85D4F76}"/>
              </a:ext>
            </a:extLst>
          </p:cNvPr>
          <p:cNvSpPr/>
          <p:nvPr/>
        </p:nvSpPr>
        <p:spPr>
          <a:xfrm>
            <a:off x="16965735" y="20478855"/>
            <a:ext cx="2834163" cy="2234193"/>
          </a:xfrm>
          <a:prstGeom prst="flowChartConnector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ACCURACY  96%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C288239-EE05-5D4C-1B39-1E88423FCA63}"/>
              </a:ext>
            </a:extLst>
          </p:cNvPr>
          <p:cNvSpPr/>
          <p:nvPr/>
        </p:nvSpPr>
        <p:spPr>
          <a:xfrm>
            <a:off x="11725408" y="24191928"/>
            <a:ext cx="7658100" cy="5384874"/>
          </a:xfrm>
          <a:prstGeom prst="rect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b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**********</a:t>
            </a:r>
          </a:p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**********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9DBC2B-C8B4-9566-D860-4B382ACE5BA1}"/>
              </a:ext>
            </a:extLst>
          </p:cNvPr>
          <p:cNvSpPr/>
          <p:nvPr/>
        </p:nvSpPr>
        <p:spPr>
          <a:xfrm>
            <a:off x="3765807" y="23232184"/>
            <a:ext cx="6671022" cy="5170646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5100CD-2E65-5886-E288-EA87CC8EB109}"/>
              </a:ext>
            </a:extLst>
          </p:cNvPr>
          <p:cNvSpPr txBox="1"/>
          <p:nvPr/>
        </p:nvSpPr>
        <p:spPr>
          <a:xfrm>
            <a:off x="3925644" y="23384069"/>
            <a:ext cx="625269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summary, this project endeavors to revolutionize early dementia detection through a fusion of cutting-edge MRI insights and patient-specific data analysis.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convolutional neural networks (CNN) for MRI analysis and classification algorithms for patient records, the initiative aims to create a unified predictive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47833-FCA5-A1BE-30F9-BDA804EBDA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254" y="17001186"/>
            <a:ext cx="6070634" cy="4708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E4733D-2A98-080F-D156-72432BD75D81}"/>
              </a:ext>
            </a:extLst>
          </p:cNvPr>
          <p:cNvSpPr/>
          <p:nvPr/>
        </p:nvSpPr>
        <p:spPr>
          <a:xfrm>
            <a:off x="1386867" y="17043081"/>
            <a:ext cx="5704224" cy="465853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8FDDB9-027C-7F32-F6CE-C4CD0232C47A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8" t="13342" r="23288" b="5653"/>
          <a:stretch/>
        </p:blipFill>
        <p:spPr>
          <a:xfrm>
            <a:off x="1536756" y="17233017"/>
            <a:ext cx="5404447" cy="42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5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281</TotalTime>
  <Words>150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Corbel</vt:lpstr>
      <vt:lpstr>Times New Roman</vt:lpstr>
      <vt:lpstr>Parallax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N</dc:creator>
  <cp:lastModifiedBy>Sanjay N</cp:lastModifiedBy>
  <cp:revision>18</cp:revision>
  <dcterms:created xsi:type="dcterms:W3CDTF">2024-05-01T16:38:53Z</dcterms:created>
  <dcterms:modified xsi:type="dcterms:W3CDTF">2025-07-31T15:45:47Z</dcterms:modified>
</cp:coreProperties>
</file>